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 id="2147483656" r:id="rId5"/>
  </p:sldMasterIdLst>
  <p:notesMasterIdLst>
    <p:notesMasterId r:id="rId29"/>
  </p:notesMasterIdLst>
  <p:sldIdLst>
    <p:sldId id="436" r:id="rId6"/>
    <p:sldId id="474" r:id="rId7"/>
    <p:sldId id="475" r:id="rId8"/>
    <p:sldId id="476" r:id="rId9"/>
    <p:sldId id="478" r:id="rId10"/>
    <p:sldId id="482" r:id="rId11"/>
    <p:sldId id="481" r:id="rId12"/>
    <p:sldId id="483" r:id="rId13"/>
    <p:sldId id="491" r:id="rId14"/>
    <p:sldId id="484" r:id="rId15"/>
    <p:sldId id="485" r:id="rId16"/>
    <p:sldId id="468" r:id="rId17"/>
    <p:sldId id="494" r:id="rId18"/>
    <p:sldId id="486" r:id="rId19"/>
    <p:sldId id="487" r:id="rId20"/>
    <p:sldId id="492" r:id="rId21"/>
    <p:sldId id="470" r:id="rId22"/>
    <p:sldId id="469" r:id="rId23"/>
    <p:sldId id="471" r:id="rId24"/>
    <p:sldId id="488" r:id="rId25"/>
    <p:sldId id="472" r:id="rId26"/>
    <p:sldId id="489" r:id="rId27"/>
    <p:sldId id="493" r:id="rId28"/>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E80B9A67-EE4B-48EF-943B-BE83B0906411}">
          <p14:sldIdLst>
            <p14:sldId id="436"/>
            <p14:sldId id="474"/>
            <p14:sldId id="475"/>
            <p14:sldId id="476"/>
            <p14:sldId id="478"/>
            <p14:sldId id="482"/>
            <p14:sldId id="481"/>
            <p14:sldId id="483"/>
            <p14:sldId id="491"/>
            <p14:sldId id="484"/>
            <p14:sldId id="485"/>
            <p14:sldId id="468"/>
            <p14:sldId id="494"/>
            <p14:sldId id="486"/>
            <p14:sldId id="487"/>
            <p14:sldId id="492"/>
            <p14:sldId id="470"/>
            <p14:sldId id="469"/>
            <p14:sldId id="471"/>
            <p14:sldId id="488"/>
            <p14:sldId id="472"/>
            <p14:sldId id="489"/>
            <p14:sldId id="493"/>
          </p14:sldIdLst>
        </p14:section>
      </p14:sectionLst>
    </p:ex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86C50D-0C70-33DC-4221-878FA02B893B}" name="Jakob Metz" initials="JM" userId="S::jakob.metz@ifeu.de::e0c0a912-23d2-41d9-99e6-1221418e65ab" providerId="AD"/>
  <p188:author id="{A16D4897-3DB6-3341-64E6-DA09ECD461C8}" name="Florian Maiwald" initials="FM" userId="S::Florian.Maiwald@ifeu.de::8531b449-6a08-4ac9-972b-8b8e103f74a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7D126"/>
    <a:srgbClr val="E66618"/>
    <a:srgbClr val="00BD56"/>
    <a:srgbClr val="C9401B"/>
    <a:srgbClr val="93C120"/>
    <a:srgbClr val="FF65F8"/>
    <a:srgbClr val="E2823A"/>
    <a:srgbClr val="FAD740"/>
    <a:srgbClr val="3C6C7F"/>
    <a:srgbClr val="A2C5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9E003A-5E81-4E10-92CC-A4A92A2BB4A4}" v="34" dt="2025-04-30T10:20:27.22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189" autoAdjust="0"/>
  </p:normalViewPr>
  <p:slideViewPr>
    <p:cSldViewPr snapToGrid="0">
      <p:cViewPr varScale="1">
        <p:scale>
          <a:sx n="100" d="100"/>
          <a:sy n="100" d="100"/>
        </p:scale>
        <p:origin x="1830" y="72"/>
      </p:cViewPr>
      <p:guideLst>
        <p:guide orient="horz" pos="2137"/>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kob Metz" userId="e0c0a912-23d2-41d9-99e6-1221418e65ab" providerId="ADAL" clId="{B49E003A-5E81-4E10-92CC-A4A92A2BB4A4}"/>
    <pc:docChg chg="undo custSel addSld delSld modSld delSection modSection">
      <pc:chgData name="Jakob Metz" userId="e0c0a912-23d2-41d9-99e6-1221418e65ab" providerId="ADAL" clId="{B49E003A-5E81-4E10-92CC-A4A92A2BB4A4}" dt="2025-04-30T10:23:01.128" v="1517" actId="20577"/>
      <pc:docMkLst>
        <pc:docMk/>
      </pc:docMkLst>
      <pc:sldChg chg="del">
        <pc:chgData name="Jakob Metz" userId="e0c0a912-23d2-41d9-99e6-1221418e65ab" providerId="ADAL" clId="{B49E003A-5E81-4E10-92CC-A4A92A2BB4A4}" dt="2025-04-30T09:19:54.489" v="197" actId="47"/>
        <pc:sldMkLst>
          <pc:docMk/>
          <pc:sldMk cId="2578635382" sldId="448"/>
        </pc:sldMkLst>
      </pc:sldChg>
      <pc:sldChg chg="del">
        <pc:chgData name="Jakob Metz" userId="e0c0a912-23d2-41d9-99e6-1221418e65ab" providerId="ADAL" clId="{B49E003A-5E81-4E10-92CC-A4A92A2BB4A4}" dt="2025-04-30T09:19:54.489" v="197" actId="47"/>
        <pc:sldMkLst>
          <pc:docMk/>
          <pc:sldMk cId="2154645206" sldId="449"/>
        </pc:sldMkLst>
      </pc:sldChg>
      <pc:sldChg chg="del">
        <pc:chgData name="Jakob Metz" userId="e0c0a912-23d2-41d9-99e6-1221418e65ab" providerId="ADAL" clId="{B49E003A-5E81-4E10-92CC-A4A92A2BB4A4}" dt="2025-04-30T09:19:54.489" v="197" actId="47"/>
        <pc:sldMkLst>
          <pc:docMk/>
          <pc:sldMk cId="2740310491" sldId="450"/>
        </pc:sldMkLst>
      </pc:sldChg>
      <pc:sldChg chg="del">
        <pc:chgData name="Jakob Metz" userId="e0c0a912-23d2-41d9-99e6-1221418e65ab" providerId="ADAL" clId="{B49E003A-5E81-4E10-92CC-A4A92A2BB4A4}" dt="2025-04-30T09:19:54.489" v="197" actId="47"/>
        <pc:sldMkLst>
          <pc:docMk/>
          <pc:sldMk cId="2758995746" sldId="451"/>
        </pc:sldMkLst>
      </pc:sldChg>
      <pc:sldChg chg="del">
        <pc:chgData name="Jakob Metz" userId="e0c0a912-23d2-41d9-99e6-1221418e65ab" providerId="ADAL" clId="{B49E003A-5E81-4E10-92CC-A4A92A2BB4A4}" dt="2025-04-30T09:14:31.031" v="0" actId="47"/>
        <pc:sldMkLst>
          <pc:docMk/>
          <pc:sldMk cId="153241906" sldId="464"/>
        </pc:sldMkLst>
      </pc:sldChg>
      <pc:sldChg chg="del">
        <pc:chgData name="Jakob Metz" userId="e0c0a912-23d2-41d9-99e6-1221418e65ab" providerId="ADAL" clId="{B49E003A-5E81-4E10-92CC-A4A92A2BB4A4}" dt="2025-04-30T09:14:31.031" v="0" actId="47"/>
        <pc:sldMkLst>
          <pc:docMk/>
          <pc:sldMk cId="2203341805" sldId="465"/>
        </pc:sldMkLst>
      </pc:sldChg>
      <pc:sldChg chg="del">
        <pc:chgData name="Jakob Metz" userId="e0c0a912-23d2-41d9-99e6-1221418e65ab" providerId="ADAL" clId="{B49E003A-5E81-4E10-92CC-A4A92A2BB4A4}" dt="2025-04-30T09:14:34.193" v="1" actId="47"/>
        <pc:sldMkLst>
          <pc:docMk/>
          <pc:sldMk cId="2690882973" sldId="466"/>
        </pc:sldMkLst>
      </pc:sldChg>
      <pc:sldChg chg="del">
        <pc:chgData name="Jakob Metz" userId="e0c0a912-23d2-41d9-99e6-1221418e65ab" providerId="ADAL" clId="{B49E003A-5E81-4E10-92CC-A4A92A2BB4A4}" dt="2025-04-30T09:15:17.966" v="4" actId="47"/>
        <pc:sldMkLst>
          <pc:docMk/>
          <pc:sldMk cId="1558806760" sldId="467"/>
        </pc:sldMkLst>
      </pc:sldChg>
      <pc:sldChg chg="addSp delSp modSp mod">
        <pc:chgData name="Jakob Metz" userId="e0c0a912-23d2-41d9-99e6-1221418e65ab" providerId="ADAL" clId="{B49E003A-5E81-4E10-92CC-A4A92A2BB4A4}" dt="2025-04-30T09:26:37.019" v="252" actId="1076"/>
        <pc:sldMkLst>
          <pc:docMk/>
          <pc:sldMk cId="1584034094" sldId="470"/>
        </pc:sldMkLst>
        <pc:spChg chg="add del">
          <ac:chgData name="Jakob Metz" userId="e0c0a912-23d2-41d9-99e6-1221418e65ab" providerId="ADAL" clId="{B49E003A-5E81-4E10-92CC-A4A92A2BB4A4}" dt="2025-04-30T09:26:31.291" v="249" actId="478"/>
          <ac:spMkLst>
            <pc:docMk/>
            <pc:sldMk cId="1584034094" sldId="470"/>
            <ac:spMk id="8" creationId="{DA5EAD43-D835-2B11-E049-31E03F346379}"/>
          </ac:spMkLst>
        </pc:spChg>
        <pc:spChg chg="add del">
          <ac:chgData name="Jakob Metz" userId="e0c0a912-23d2-41d9-99e6-1221418e65ab" providerId="ADAL" clId="{B49E003A-5E81-4E10-92CC-A4A92A2BB4A4}" dt="2025-04-30T09:26:31.291" v="249" actId="478"/>
          <ac:spMkLst>
            <pc:docMk/>
            <pc:sldMk cId="1584034094" sldId="470"/>
            <ac:spMk id="10" creationId="{3EC41B24-C7C7-7D31-5D6E-F22EEF67DE8B}"/>
          </ac:spMkLst>
        </pc:spChg>
        <pc:spChg chg="add del">
          <ac:chgData name="Jakob Metz" userId="e0c0a912-23d2-41d9-99e6-1221418e65ab" providerId="ADAL" clId="{B49E003A-5E81-4E10-92CC-A4A92A2BB4A4}" dt="2025-04-30T09:26:31.291" v="249" actId="478"/>
          <ac:spMkLst>
            <pc:docMk/>
            <pc:sldMk cId="1584034094" sldId="470"/>
            <ac:spMk id="11" creationId="{B10E995F-BC82-C519-12BF-5B81C65BE5B0}"/>
          </ac:spMkLst>
        </pc:spChg>
        <pc:spChg chg="add del">
          <ac:chgData name="Jakob Metz" userId="e0c0a912-23d2-41d9-99e6-1221418e65ab" providerId="ADAL" clId="{B49E003A-5E81-4E10-92CC-A4A92A2BB4A4}" dt="2025-04-30T09:26:31.291" v="249" actId="478"/>
          <ac:spMkLst>
            <pc:docMk/>
            <pc:sldMk cId="1584034094" sldId="470"/>
            <ac:spMk id="12" creationId="{4834EB26-C3E0-E81B-99E5-92EC9C4808F9}"/>
          </ac:spMkLst>
        </pc:spChg>
        <pc:spChg chg="mod">
          <ac:chgData name="Jakob Metz" userId="e0c0a912-23d2-41d9-99e6-1221418e65ab" providerId="ADAL" clId="{B49E003A-5E81-4E10-92CC-A4A92A2BB4A4}" dt="2025-04-30T09:26:37.019" v="252" actId="1076"/>
          <ac:spMkLst>
            <pc:docMk/>
            <pc:sldMk cId="1584034094" sldId="470"/>
            <ac:spMk id="17" creationId="{21068E35-F5EE-C680-6180-8AF5A4C4BA0B}"/>
          </ac:spMkLst>
        </pc:spChg>
        <pc:spChg chg="add del">
          <ac:chgData name="Jakob Metz" userId="e0c0a912-23d2-41d9-99e6-1221418e65ab" providerId="ADAL" clId="{B49E003A-5E81-4E10-92CC-A4A92A2BB4A4}" dt="2025-04-30T09:26:31.291" v="249" actId="478"/>
          <ac:spMkLst>
            <pc:docMk/>
            <pc:sldMk cId="1584034094" sldId="470"/>
            <ac:spMk id="28" creationId="{0A5025F5-0D18-2FF8-C87E-A9A9EA03C4AE}"/>
          </ac:spMkLst>
        </pc:spChg>
        <pc:spChg chg="add del">
          <ac:chgData name="Jakob Metz" userId="e0c0a912-23d2-41d9-99e6-1221418e65ab" providerId="ADAL" clId="{B49E003A-5E81-4E10-92CC-A4A92A2BB4A4}" dt="2025-04-30T09:26:31.291" v="249" actId="478"/>
          <ac:spMkLst>
            <pc:docMk/>
            <pc:sldMk cId="1584034094" sldId="470"/>
            <ac:spMk id="35" creationId="{99FEA0C6-02CE-532F-8398-66E494E23FE7}"/>
          </ac:spMkLst>
        </pc:spChg>
        <pc:spChg chg="add del">
          <ac:chgData name="Jakob Metz" userId="e0c0a912-23d2-41d9-99e6-1221418e65ab" providerId="ADAL" clId="{B49E003A-5E81-4E10-92CC-A4A92A2BB4A4}" dt="2025-04-30T09:26:31.291" v="249" actId="478"/>
          <ac:spMkLst>
            <pc:docMk/>
            <pc:sldMk cId="1584034094" sldId="470"/>
            <ac:spMk id="36" creationId="{20783BB2-2E8A-E590-3D2E-05BE5E1DEAC9}"/>
          </ac:spMkLst>
        </pc:spChg>
        <pc:spChg chg="mod">
          <ac:chgData name="Jakob Metz" userId="e0c0a912-23d2-41d9-99e6-1221418e65ab" providerId="ADAL" clId="{B49E003A-5E81-4E10-92CC-A4A92A2BB4A4}" dt="2025-04-30T09:25:51.637" v="238"/>
          <ac:spMkLst>
            <pc:docMk/>
            <pc:sldMk cId="1584034094" sldId="470"/>
            <ac:spMk id="38" creationId="{79AE8A49-0D07-08BA-E9B1-E149EC643692}"/>
          </ac:spMkLst>
        </pc:spChg>
        <pc:spChg chg="mod">
          <ac:chgData name="Jakob Metz" userId="e0c0a912-23d2-41d9-99e6-1221418e65ab" providerId="ADAL" clId="{B49E003A-5E81-4E10-92CC-A4A92A2BB4A4}" dt="2025-04-30T09:25:51.637" v="238"/>
          <ac:spMkLst>
            <pc:docMk/>
            <pc:sldMk cId="1584034094" sldId="470"/>
            <ac:spMk id="39" creationId="{7D1EB0C2-4E3E-FBFF-2D13-67AD761ACB41}"/>
          </ac:spMkLst>
        </pc:spChg>
        <pc:spChg chg="mod">
          <ac:chgData name="Jakob Metz" userId="e0c0a912-23d2-41d9-99e6-1221418e65ab" providerId="ADAL" clId="{B49E003A-5E81-4E10-92CC-A4A92A2BB4A4}" dt="2025-04-30T09:25:51.637" v="238"/>
          <ac:spMkLst>
            <pc:docMk/>
            <pc:sldMk cId="1584034094" sldId="470"/>
            <ac:spMk id="41" creationId="{D6BE8838-AC1F-EB02-DC69-1893A46D84D2}"/>
          </ac:spMkLst>
        </pc:spChg>
        <pc:spChg chg="mod">
          <ac:chgData name="Jakob Metz" userId="e0c0a912-23d2-41d9-99e6-1221418e65ab" providerId="ADAL" clId="{B49E003A-5E81-4E10-92CC-A4A92A2BB4A4}" dt="2025-04-30T09:25:51.637" v="238"/>
          <ac:spMkLst>
            <pc:docMk/>
            <pc:sldMk cId="1584034094" sldId="470"/>
            <ac:spMk id="42" creationId="{3D65D20D-A7D8-23CE-EB95-13CEF6FD256E}"/>
          </ac:spMkLst>
        </pc:spChg>
        <pc:spChg chg="mod">
          <ac:chgData name="Jakob Metz" userId="e0c0a912-23d2-41d9-99e6-1221418e65ab" providerId="ADAL" clId="{B49E003A-5E81-4E10-92CC-A4A92A2BB4A4}" dt="2025-04-30T09:25:51.637" v="238"/>
          <ac:spMkLst>
            <pc:docMk/>
            <pc:sldMk cId="1584034094" sldId="470"/>
            <ac:spMk id="43" creationId="{0DB44526-DD3D-030A-A46E-B1F7C40159B6}"/>
          </ac:spMkLst>
        </pc:spChg>
        <pc:spChg chg="mod">
          <ac:chgData name="Jakob Metz" userId="e0c0a912-23d2-41d9-99e6-1221418e65ab" providerId="ADAL" clId="{B49E003A-5E81-4E10-92CC-A4A92A2BB4A4}" dt="2025-04-30T09:26:31.676" v="250"/>
          <ac:spMkLst>
            <pc:docMk/>
            <pc:sldMk cId="1584034094" sldId="470"/>
            <ac:spMk id="45" creationId="{5B0704D2-33D1-4D00-7D16-BB43DD413E45}"/>
          </ac:spMkLst>
        </pc:spChg>
        <pc:spChg chg="mod">
          <ac:chgData name="Jakob Metz" userId="e0c0a912-23d2-41d9-99e6-1221418e65ab" providerId="ADAL" clId="{B49E003A-5E81-4E10-92CC-A4A92A2BB4A4}" dt="2025-04-30T09:26:31.676" v="250"/>
          <ac:spMkLst>
            <pc:docMk/>
            <pc:sldMk cId="1584034094" sldId="470"/>
            <ac:spMk id="46" creationId="{85DC5EAF-4836-4226-F8E5-B9FEC290899B}"/>
          </ac:spMkLst>
        </pc:spChg>
        <pc:spChg chg="mod">
          <ac:chgData name="Jakob Metz" userId="e0c0a912-23d2-41d9-99e6-1221418e65ab" providerId="ADAL" clId="{B49E003A-5E81-4E10-92CC-A4A92A2BB4A4}" dt="2025-04-30T09:26:31.676" v="250"/>
          <ac:spMkLst>
            <pc:docMk/>
            <pc:sldMk cId="1584034094" sldId="470"/>
            <ac:spMk id="47" creationId="{23B01A47-D7E2-FC72-B452-D29D4D7F8B2C}"/>
          </ac:spMkLst>
        </pc:spChg>
        <pc:spChg chg="mod">
          <ac:chgData name="Jakob Metz" userId="e0c0a912-23d2-41d9-99e6-1221418e65ab" providerId="ADAL" clId="{B49E003A-5E81-4E10-92CC-A4A92A2BB4A4}" dt="2025-04-30T09:26:31.676" v="250"/>
          <ac:spMkLst>
            <pc:docMk/>
            <pc:sldMk cId="1584034094" sldId="470"/>
            <ac:spMk id="48" creationId="{BEC207F0-ACF3-B60E-E042-A7EF4FAFC56C}"/>
          </ac:spMkLst>
        </pc:spChg>
        <pc:spChg chg="mod">
          <ac:chgData name="Jakob Metz" userId="e0c0a912-23d2-41d9-99e6-1221418e65ab" providerId="ADAL" clId="{B49E003A-5E81-4E10-92CC-A4A92A2BB4A4}" dt="2025-04-30T09:26:31.676" v="250"/>
          <ac:spMkLst>
            <pc:docMk/>
            <pc:sldMk cId="1584034094" sldId="470"/>
            <ac:spMk id="49" creationId="{50C926A1-8C9F-FC9A-7F40-E8920F4F62CC}"/>
          </ac:spMkLst>
        </pc:spChg>
        <pc:spChg chg="mod">
          <ac:chgData name="Jakob Metz" userId="e0c0a912-23d2-41d9-99e6-1221418e65ab" providerId="ADAL" clId="{B49E003A-5E81-4E10-92CC-A4A92A2BB4A4}" dt="2025-04-30T09:26:31.676" v="250"/>
          <ac:spMkLst>
            <pc:docMk/>
            <pc:sldMk cId="1584034094" sldId="470"/>
            <ac:spMk id="50" creationId="{9198EF61-D903-76C5-320E-C6C00DDD0AA0}"/>
          </ac:spMkLst>
        </pc:spChg>
        <pc:spChg chg="mod">
          <ac:chgData name="Jakob Metz" userId="e0c0a912-23d2-41d9-99e6-1221418e65ab" providerId="ADAL" clId="{B49E003A-5E81-4E10-92CC-A4A92A2BB4A4}" dt="2025-04-30T09:26:31.676" v="250"/>
          <ac:spMkLst>
            <pc:docMk/>
            <pc:sldMk cId="1584034094" sldId="470"/>
            <ac:spMk id="51" creationId="{52B426A9-7429-7413-393F-BAC6F8178972}"/>
          </ac:spMkLst>
        </pc:spChg>
        <pc:grpChg chg="add mod">
          <ac:chgData name="Jakob Metz" userId="e0c0a912-23d2-41d9-99e6-1221418e65ab" providerId="ADAL" clId="{B49E003A-5E81-4E10-92CC-A4A92A2BB4A4}" dt="2025-04-30T09:25:53.497" v="240" actId="1076"/>
          <ac:grpSpMkLst>
            <pc:docMk/>
            <pc:sldMk cId="1584034094" sldId="470"/>
            <ac:grpSpMk id="37" creationId="{F25AFF25-FEBB-7296-C7E0-1184C7436292}"/>
          </ac:grpSpMkLst>
        </pc:grpChg>
        <pc:grpChg chg="add mod">
          <ac:chgData name="Jakob Metz" userId="e0c0a912-23d2-41d9-99e6-1221418e65ab" providerId="ADAL" clId="{B49E003A-5E81-4E10-92CC-A4A92A2BB4A4}" dt="2025-04-30T09:26:35.166" v="251" actId="1076"/>
          <ac:grpSpMkLst>
            <pc:docMk/>
            <pc:sldMk cId="1584034094" sldId="470"/>
            <ac:grpSpMk id="44" creationId="{4C7B92AA-D17D-758B-873A-C3C611C4EA4C}"/>
          </ac:grpSpMkLst>
        </pc:grpChg>
      </pc:sldChg>
      <pc:sldChg chg="mod modShow">
        <pc:chgData name="Jakob Metz" userId="e0c0a912-23d2-41d9-99e6-1221418e65ab" providerId="ADAL" clId="{B49E003A-5E81-4E10-92CC-A4A92A2BB4A4}" dt="2025-04-30T09:15:46.169" v="7" actId="729"/>
        <pc:sldMkLst>
          <pc:docMk/>
          <pc:sldMk cId="222409236" sldId="471"/>
        </pc:sldMkLst>
      </pc:sldChg>
      <pc:sldChg chg="addSp delSp modSp mod">
        <pc:chgData name="Jakob Metz" userId="e0c0a912-23d2-41d9-99e6-1221418e65ab" providerId="ADAL" clId="{B49E003A-5E81-4E10-92CC-A4A92A2BB4A4}" dt="2025-04-30T10:01:07.386" v="391" actId="14100"/>
        <pc:sldMkLst>
          <pc:docMk/>
          <pc:sldMk cId="2387728557" sldId="472"/>
        </pc:sldMkLst>
        <pc:spChg chg="del">
          <ac:chgData name="Jakob Metz" userId="e0c0a912-23d2-41d9-99e6-1221418e65ab" providerId="ADAL" clId="{B49E003A-5E81-4E10-92CC-A4A92A2BB4A4}" dt="2025-04-30T09:57:46.418" v="263" actId="478"/>
          <ac:spMkLst>
            <pc:docMk/>
            <pc:sldMk cId="2387728557" sldId="472"/>
            <ac:spMk id="4" creationId="{7D24D693-1427-6613-6CF6-36C44657F856}"/>
          </ac:spMkLst>
        </pc:spChg>
        <pc:spChg chg="mod">
          <ac:chgData name="Jakob Metz" userId="e0c0a912-23d2-41d9-99e6-1221418e65ab" providerId="ADAL" clId="{B49E003A-5E81-4E10-92CC-A4A92A2BB4A4}" dt="2025-04-30T09:16:47.548" v="78" actId="20577"/>
          <ac:spMkLst>
            <pc:docMk/>
            <pc:sldMk cId="2387728557" sldId="472"/>
            <ac:spMk id="17" creationId="{CFE06C02-965A-0DCA-98AB-9C7C63502DBF}"/>
          </ac:spMkLst>
        </pc:spChg>
        <pc:spChg chg="mod">
          <ac:chgData name="Jakob Metz" userId="e0c0a912-23d2-41d9-99e6-1221418e65ab" providerId="ADAL" clId="{B49E003A-5E81-4E10-92CC-A4A92A2BB4A4}" dt="2025-04-30T09:16:49.746" v="81"/>
          <ac:spMkLst>
            <pc:docMk/>
            <pc:sldMk cId="2387728557" sldId="472"/>
            <ac:spMk id="25" creationId="{0E15B782-B8F0-2D4F-06FC-28294D47DF3C}"/>
          </ac:spMkLst>
        </pc:spChg>
        <pc:spChg chg="add mod">
          <ac:chgData name="Jakob Metz" userId="e0c0a912-23d2-41d9-99e6-1221418e65ab" providerId="ADAL" clId="{B49E003A-5E81-4E10-92CC-A4A92A2BB4A4}" dt="2025-04-30T09:16:15.557" v="13" actId="20577"/>
          <ac:spMkLst>
            <pc:docMk/>
            <pc:sldMk cId="2387728557" sldId="472"/>
            <ac:spMk id="35" creationId="{32B5BEB1-02BD-8742-5EE4-590A0A30326F}"/>
          </ac:spMkLst>
        </pc:spChg>
        <pc:spChg chg="add mod">
          <ac:chgData name="Jakob Metz" userId="e0c0a912-23d2-41d9-99e6-1221418e65ab" providerId="ADAL" clId="{B49E003A-5E81-4E10-92CC-A4A92A2BB4A4}" dt="2025-04-30T09:16:13.160" v="12" actId="20577"/>
          <ac:spMkLst>
            <pc:docMk/>
            <pc:sldMk cId="2387728557" sldId="472"/>
            <ac:spMk id="36" creationId="{E670727B-D27D-0465-477C-52E5DBD80627}"/>
          </ac:spMkLst>
        </pc:spChg>
        <pc:spChg chg="add del mod">
          <ac:chgData name="Jakob Metz" userId="e0c0a912-23d2-41d9-99e6-1221418e65ab" providerId="ADAL" clId="{B49E003A-5E81-4E10-92CC-A4A92A2BB4A4}" dt="2025-04-30T09:16:18.718" v="14" actId="21"/>
          <ac:spMkLst>
            <pc:docMk/>
            <pc:sldMk cId="2387728557" sldId="472"/>
            <ac:spMk id="37" creationId="{192D6334-1026-268A-AC8D-3A41661B6DDC}"/>
          </ac:spMkLst>
        </pc:spChg>
        <pc:spChg chg="add del">
          <ac:chgData name="Jakob Metz" userId="e0c0a912-23d2-41d9-99e6-1221418e65ab" providerId="ADAL" clId="{B49E003A-5E81-4E10-92CC-A4A92A2BB4A4}" dt="2025-04-30T09:16:50.996" v="83" actId="22"/>
          <ac:spMkLst>
            <pc:docMk/>
            <pc:sldMk cId="2387728557" sldId="472"/>
            <ac:spMk id="39" creationId="{9464EAA7-2D4C-FFDD-DDE8-98D0EB896FC6}"/>
          </ac:spMkLst>
        </pc:spChg>
        <pc:spChg chg="add mod">
          <ac:chgData name="Jakob Metz" userId="e0c0a912-23d2-41d9-99e6-1221418e65ab" providerId="ADAL" clId="{B49E003A-5E81-4E10-92CC-A4A92A2BB4A4}" dt="2025-04-30T10:01:07.386" v="391" actId="14100"/>
          <ac:spMkLst>
            <pc:docMk/>
            <pc:sldMk cId="2387728557" sldId="472"/>
            <ac:spMk id="40" creationId="{5CA6188F-EA61-6489-F088-837C5B5C567D}"/>
          </ac:spMkLst>
        </pc:spChg>
      </pc:sldChg>
      <pc:sldChg chg="del">
        <pc:chgData name="Jakob Metz" userId="e0c0a912-23d2-41d9-99e6-1221418e65ab" providerId="ADAL" clId="{B49E003A-5E81-4E10-92CC-A4A92A2BB4A4}" dt="2025-04-30T09:19:54.489" v="197" actId="47"/>
        <pc:sldMkLst>
          <pc:docMk/>
          <pc:sldMk cId="360950481" sldId="473"/>
        </pc:sldMkLst>
      </pc:sldChg>
      <pc:sldChg chg="mod modShow">
        <pc:chgData name="Jakob Metz" userId="e0c0a912-23d2-41d9-99e6-1221418e65ab" providerId="ADAL" clId="{B49E003A-5E81-4E10-92CC-A4A92A2BB4A4}" dt="2025-04-30T09:15:02.727" v="3" actId="729"/>
        <pc:sldMkLst>
          <pc:docMk/>
          <pc:sldMk cId="89375256" sldId="474"/>
        </pc:sldMkLst>
      </pc:sldChg>
      <pc:sldChg chg="mod modShow">
        <pc:chgData name="Jakob Metz" userId="e0c0a912-23d2-41d9-99e6-1221418e65ab" providerId="ADAL" clId="{B49E003A-5E81-4E10-92CC-A4A92A2BB4A4}" dt="2025-04-30T09:15:02.727" v="3" actId="729"/>
        <pc:sldMkLst>
          <pc:docMk/>
          <pc:sldMk cId="1062203531" sldId="475"/>
        </pc:sldMkLst>
      </pc:sldChg>
      <pc:sldChg chg="mod modShow">
        <pc:chgData name="Jakob Metz" userId="e0c0a912-23d2-41d9-99e6-1221418e65ab" providerId="ADAL" clId="{B49E003A-5E81-4E10-92CC-A4A92A2BB4A4}" dt="2025-04-30T09:15:02.727" v="3" actId="729"/>
        <pc:sldMkLst>
          <pc:docMk/>
          <pc:sldMk cId="1006504723" sldId="476"/>
        </pc:sldMkLst>
      </pc:sldChg>
      <pc:sldChg chg="mod modShow">
        <pc:chgData name="Jakob Metz" userId="e0c0a912-23d2-41d9-99e6-1221418e65ab" providerId="ADAL" clId="{B49E003A-5E81-4E10-92CC-A4A92A2BB4A4}" dt="2025-04-30T09:15:02.727" v="3" actId="729"/>
        <pc:sldMkLst>
          <pc:docMk/>
          <pc:sldMk cId="3331138947" sldId="478"/>
        </pc:sldMkLst>
      </pc:sldChg>
      <pc:sldChg chg="del">
        <pc:chgData name="Jakob Metz" userId="e0c0a912-23d2-41d9-99e6-1221418e65ab" providerId="ADAL" clId="{B49E003A-5E81-4E10-92CC-A4A92A2BB4A4}" dt="2025-04-30T09:14:43.172" v="2" actId="47"/>
        <pc:sldMkLst>
          <pc:docMk/>
          <pc:sldMk cId="4203925105" sldId="480"/>
        </pc:sldMkLst>
      </pc:sldChg>
      <pc:sldChg chg="delSp mod modShow">
        <pc:chgData name="Jakob Metz" userId="e0c0a912-23d2-41d9-99e6-1221418e65ab" providerId="ADAL" clId="{B49E003A-5E81-4E10-92CC-A4A92A2BB4A4}" dt="2025-04-30T09:58:48.668" v="272" actId="478"/>
        <pc:sldMkLst>
          <pc:docMk/>
          <pc:sldMk cId="1221242673" sldId="481"/>
        </pc:sldMkLst>
        <pc:spChg chg="del">
          <ac:chgData name="Jakob Metz" userId="e0c0a912-23d2-41d9-99e6-1221418e65ab" providerId="ADAL" clId="{B49E003A-5E81-4E10-92CC-A4A92A2BB4A4}" dt="2025-04-30T09:58:48.668" v="272" actId="478"/>
          <ac:spMkLst>
            <pc:docMk/>
            <pc:sldMk cId="1221242673" sldId="481"/>
            <ac:spMk id="61" creationId="{217E427C-CD26-0D3E-D42A-F994D6B78195}"/>
          </ac:spMkLst>
        </pc:spChg>
      </pc:sldChg>
      <pc:sldChg chg="mod modShow">
        <pc:chgData name="Jakob Metz" userId="e0c0a912-23d2-41d9-99e6-1221418e65ab" providerId="ADAL" clId="{B49E003A-5E81-4E10-92CC-A4A92A2BB4A4}" dt="2025-04-30T09:57:06.536" v="258" actId="729"/>
        <pc:sldMkLst>
          <pc:docMk/>
          <pc:sldMk cId="3056591917" sldId="482"/>
        </pc:sldMkLst>
      </pc:sldChg>
      <pc:sldChg chg="modSp mod">
        <pc:chgData name="Jakob Metz" userId="e0c0a912-23d2-41d9-99e6-1221418e65ab" providerId="ADAL" clId="{B49E003A-5E81-4E10-92CC-A4A92A2BB4A4}" dt="2025-04-30T09:58:27.745" v="268" actId="20577"/>
        <pc:sldMkLst>
          <pc:docMk/>
          <pc:sldMk cId="1738632047" sldId="483"/>
        </pc:sldMkLst>
        <pc:spChg chg="mod">
          <ac:chgData name="Jakob Metz" userId="e0c0a912-23d2-41d9-99e6-1221418e65ab" providerId="ADAL" clId="{B49E003A-5E81-4E10-92CC-A4A92A2BB4A4}" dt="2025-04-30T09:58:27.745" v="268" actId="20577"/>
          <ac:spMkLst>
            <pc:docMk/>
            <pc:sldMk cId="1738632047" sldId="483"/>
            <ac:spMk id="42" creationId="{3C655673-B08A-D4DB-BD27-9889AD2C7279}"/>
          </ac:spMkLst>
        </pc:spChg>
      </pc:sldChg>
      <pc:sldChg chg="addSp delSp modSp mod">
        <pc:chgData name="Jakob Metz" userId="e0c0a912-23d2-41d9-99e6-1221418e65ab" providerId="ADAL" clId="{B49E003A-5E81-4E10-92CC-A4A92A2BB4A4}" dt="2025-04-30T09:58:31.648" v="271" actId="20577"/>
        <pc:sldMkLst>
          <pc:docMk/>
          <pc:sldMk cId="2815823265" sldId="484"/>
        </pc:sldMkLst>
        <pc:spChg chg="mod">
          <ac:chgData name="Jakob Metz" userId="e0c0a912-23d2-41d9-99e6-1221418e65ab" providerId="ADAL" clId="{B49E003A-5E81-4E10-92CC-A4A92A2BB4A4}" dt="2025-04-30T09:22:59.437" v="205" actId="1076"/>
          <ac:spMkLst>
            <pc:docMk/>
            <pc:sldMk cId="2815823265" sldId="484"/>
            <ac:spMk id="5" creationId="{A9024050-DF63-5208-29EE-E30BCA889523}"/>
          </ac:spMkLst>
        </pc:spChg>
        <pc:spChg chg="mod">
          <ac:chgData name="Jakob Metz" userId="e0c0a912-23d2-41d9-99e6-1221418e65ab" providerId="ADAL" clId="{B49E003A-5E81-4E10-92CC-A4A92A2BB4A4}" dt="2025-04-30T09:25:29.628" v="236" actId="1076"/>
          <ac:spMkLst>
            <pc:docMk/>
            <pc:sldMk cId="2815823265" sldId="484"/>
            <ac:spMk id="13" creationId="{7B4621FD-1A39-C001-0C72-12F694F849D5}"/>
          </ac:spMkLst>
        </pc:spChg>
        <pc:spChg chg="mod">
          <ac:chgData name="Jakob Metz" userId="e0c0a912-23d2-41d9-99e6-1221418e65ab" providerId="ADAL" clId="{B49E003A-5E81-4E10-92CC-A4A92A2BB4A4}" dt="2025-04-30T09:25:26.136" v="235" actId="1076"/>
          <ac:spMkLst>
            <pc:docMk/>
            <pc:sldMk cId="2815823265" sldId="484"/>
            <ac:spMk id="15" creationId="{C27F3686-74FC-1DC0-5D6D-A625A0FB5CC0}"/>
          </ac:spMkLst>
        </pc:spChg>
        <pc:spChg chg="mod">
          <ac:chgData name="Jakob Metz" userId="e0c0a912-23d2-41d9-99e6-1221418e65ab" providerId="ADAL" clId="{B49E003A-5E81-4E10-92CC-A4A92A2BB4A4}" dt="2025-04-30T09:25:17.037" v="233" actId="1076"/>
          <ac:spMkLst>
            <pc:docMk/>
            <pc:sldMk cId="2815823265" sldId="484"/>
            <ac:spMk id="18" creationId="{DC1FF3DD-6806-2BE3-DCA1-2A4D453E89FF}"/>
          </ac:spMkLst>
        </pc:spChg>
        <pc:spChg chg="mod">
          <ac:chgData name="Jakob Metz" userId="e0c0a912-23d2-41d9-99e6-1221418e65ab" providerId="ADAL" clId="{B49E003A-5E81-4E10-92CC-A4A92A2BB4A4}" dt="2025-04-30T09:25:59.938" v="242"/>
          <ac:spMkLst>
            <pc:docMk/>
            <pc:sldMk cId="2815823265" sldId="484"/>
            <ac:spMk id="37" creationId="{7FDFB99D-2AC7-DEEE-DCDB-1671AF7CA3FF}"/>
          </ac:spMkLst>
        </pc:spChg>
        <pc:spChg chg="mod">
          <ac:chgData name="Jakob Metz" userId="e0c0a912-23d2-41d9-99e6-1221418e65ab" providerId="ADAL" clId="{B49E003A-5E81-4E10-92CC-A4A92A2BB4A4}" dt="2025-04-30T09:25:59.938" v="242"/>
          <ac:spMkLst>
            <pc:docMk/>
            <pc:sldMk cId="2815823265" sldId="484"/>
            <ac:spMk id="38" creationId="{C13CFC27-B25E-3242-7204-96F4AB889172}"/>
          </ac:spMkLst>
        </pc:spChg>
        <pc:spChg chg="mod">
          <ac:chgData name="Jakob Metz" userId="e0c0a912-23d2-41d9-99e6-1221418e65ab" providerId="ADAL" clId="{B49E003A-5E81-4E10-92CC-A4A92A2BB4A4}" dt="2025-04-30T09:25:59.938" v="242"/>
          <ac:spMkLst>
            <pc:docMk/>
            <pc:sldMk cId="2815823265" sldId="484"/>
            <ac:spMk id="39" creationId="{814931A9-7C1E-3C3D-9620-718F9C27919B}"/>
          </ac:spMkLst>
        </pc:spChg>
        <pc:spChg chg="mod">
          <ac:chgData name="Jakob Metz" userId="e0c0a912-23d2-41d9-99e6-1221418e65ab" providerId="ADAL" clId="{B49E003A-5E81-4E10-92CC-A4A92A2BB4A4}" dt="2025-04-30T09:25:59.938" v="242"/>
          <ac:spMkLst>
            <pc:docMk/>
            <pc:sldMk cId="2815823265" sldId="484"/>
            <ac:spMk id="40" creationId="{8AD8B5C4-DC9C-56BF-8089-EB215744C162}"/>
          </ac:spMkLst>
        </pc:spChg>
        <pc:spChg chg="mod">
          <ac:chgData name="Jakob Metz" userId="e0c0a912-23d2-41d9-99e6-1221418e65ab" providerId="ADAL" clId="{B49E003A-5E81-4E10-92CC-A4A92A2BB4A4}" dt="2025-04-30T09:25:59.938" v="242"/>
          <ac:spMkLst>
            <pc:docMk/>
            <pc:sldMk cId="2815823265" sldId="484"/>
            <ac:spMk id="41" creationId="{0263F68B-4828-2358-45B8-9BB6FE976878}"/>
          </ac:spMkLst>
        </pc:spChg>
        <pc:spChg chg="mod">
          <ac:chgData name="Jakob Metz" userId="e0c0a912-23d2-41d9-99e6-1221418e65ab" providerId="ADAL" clId="{B49E003A-5E81-4E10-92CC-A4A92A2BB4A4}" dt="2025-04-30T09:58:31.648" v="271" actId="20577"/>
          <ac:spMkLst>
            <pc:docMk/>
            <pc:sldMk cId="2815823265" sldId="484"/>
            <ac:spMk id="42" creationId="{3C655673-B08A-D4DB-BD27-9889AD2C7279}"/>
          </ac:spMkLst>
        </pc:spChg>
        <pc:spChg chg="add mod">
          <ac:chgData name="Jakob Metz" userId="e0c0a912-23d2-41d9-99e6-1221418e65ab" providerId="ADAL" clId="{B49E003A-5E81-4E10-92CC-A4A92A2BB4A4}" dt="2025-04-30T09:58:13.025" v="265"/>
          <ac:spMkLst>
            <pc:docMk/>
            <pc:sldMk cId="2815823265" sldId="484"/>
            <ac:spMk id="44" creationId="{6313C270-1271-C77E-D997-6EFBED811B19}"/>
          </ac:spMkLst>
        </pc:spChg>
        <pc:spChg chg="add mod">
          <ac:chgData name="Jakob Metz" userId="e0c0a912-23d2-41d9-99e6-1221418e65ab" providerId="ADAL" clId="{B49E003A-5E81-4E10-92CC-A4A92A2BB4A4}" dt="2025-04-30T09:58:13.025" v="265"/>
          <ac:spMkLst>
            <pc:docMk/>
            <pc:sldMk cId="2815823265" sldId="484"/>
            <ac:spMk id="64" creationId="{E257B9DD-A225-853F-3989-BC6C3C7DD3DB}"/>
          </ac:spMkLst>
        </pc:spChg>
        <pc:spChg chg="mod topLvl">
          <ac:chgData name="Jakob Metz" userId="e0c0a912-23d2-41d9-99e6-1221418e65ab" providerId="ADAL" clId="{B49E003A-5E81-4E10-92CC-A4A92A2BB4A4}" dt="2025-04-30T09:26:21.387" v="246" actId="164"/>
          <ac:spMkLst>
            <pc:docMk/>
            <pc:sldMk cId="2815823265" sldId="484"/>
            <ac:spMk id="83" creationId="{ED27C812-378A-0BEC-8E34-067327CC8CCC}"/>
          </ac:spMkLst>
        </pc:spChg>
        <pc:spChg chg="mod topLvl">
          <ac:chgData name="Jakob Metz" userId="e0c0a912-23d2-41d9-99e6-1221418e65ab" providerId="ADAL" clId="{B49E003A-5E81-4E10-92CC-A4A92A2BB4A4}" dt="2025-04-30T09:26:21.387" v="246" actId="164"/>
          <ac:spMkLst>
            <pc:docMk/>
            <pc:sldMk cId="2815823265" sldId="484"/>
            <ac:spMk id="84" creationId="{97BA665B-A036-F417-E305-1D01C28BFB71}"/>
          </ac:spMkLst>
        </pc:spChg>
        <pc:spChg chg="mod topLvl">
          <ac:chgData name="Jakob Metz" userId="e0c0a912-23d2-41d9-99e6-1221418e65ab" providerId="ADAL" clId="{B49E003A-5E81-4E10-92CC-A4A92A2BB4A4}" dt="2025-04-30T09:26:21.387" v="246" actId="164"/>
          <ac:spMkLst>
            <pc:docMk/>
            <pc:sldMk cId="2815823265" sldId="484"/>
            <ac:spMk id="85" creationId="{7736EB81-72D2-8F21-F01F-03A4EE6E21CD}"/>
          </ac:spMkLst>
        </pc:spChg>
        <pc:spChg chg="mod topLvl">
          <ac:chgData name="Jakob Metz" userId="e0c0a912-23d2-41d9-99e6-1221418e65ab" providerId="ADAL" clId="{B49E003A-5E81-4E10-92CC-A4A92A2BB4A4}" dt="2025-04-30T09:26:21.387" v="246" actId="164"/>
          <ac:spMkLst>
            <pc:docMk/>
            <pc:sldMk cId="2815823265" sldId="484"/>
            <ac:spMk id="86" creationId="{5DE1FBE1-31CF-A16E-1F35-52D15C5C22B6}"/>
          </ac:spMkLst>
        </pc:spChg>
        <pc:spChg chg="mod topLvl">
          <ac:chgData name="Jakob Metz" userId="e0c0a912-23d2-41d9-99e6-1221418e65ab" providerId="ADAL" clId="{B49E003A-5E81-4E10-92CC-A4A92A2BB4A4}" dt="2025-04-30T09:26:21.387" v="246" actId="164"/>
          <ac:spMkLst>
            <pc:docMk/>
            <pc:sldMk cId="2815823265" sldId="484"/>
            <ac:spMk id="87" creationId="{33998135-D3CC-6C70-C1E6-D48D16622303}"/>
          </ac:spMkLst>
        </pc:spChg>
        <pc:spChg chg="mod">
          <ac:chgData name="Jakob Metz" userId="e0c0a912-23d2-41d9-99e6-1221418e65ab" providerId="ADAL" clId="{B49E003A-5E81-4E10-92CC-A4A92A2BB4A4}" dt="2025-04-30T09:26:21.387" v="246" actId="164"/>
          <ac:spMkLst>
            <pc:docMk/>
            <pc:sldMk cId="2815823265" sldId="484"/>
            <ac:spMk id="89" creationId="{90FD0156-9DA2-5187-7E1E-DD08DD3334BA}"/>
          </ac:spMkLst>
        </pc:spChg>
        <pc:spChg chg="mod">
          <ac:chgData name="Jakob Metz" userId="e0c0a912-23d2-41d9-99e6-1221418e65ab" providerId="ADAL" clId="{B49E003A-5E81-4E10-92CC-A4A92A2BB4A4}" dt="2025-04-30T09:26:21.387" v="246" actId="164"/>
          <ac:spMkLst>
            <pc:docMk/>
            <pc:sldMk cId="2815823265" sldId="484"/>
            <ac:spMk id="97" creationId="{58ACC41F-ADB9-8940-1873-A8655C7226F4}"/>
          </ac:spMkLst>
        </pc:spChg>
        <pc:grpChg chg="add del mod">
          <ac:chgData name="Jakob Metz" userId="e0c0a912-23d2-41d9-99e6-1221418e65ab" providerId="ADAL" clId="{B49E003A-5E81-4E10-92CC-A4A92A2BB4A4}" dt="2025-04-30T09:26:16.036" v="245" actId="165"/>
          <ac:grpSpMkLst>
            <pc:docMk/>
            <pc:sldMk cId="2815823265" sldId="484"/>
            <ac:grpSpMk id="25" creationId="{BBA99472-2049-AD10-E595-E75487A7863B}"/>
          </ac:grpSpMkLst>
        </pc:grpChg>
        <pc:grpChg chg="add mod">
          <ac:chgData name="Jakob Metz" userId="e0c0a912-23d2-41d9-99e6-1221418e65ab" providerId="ADAL" clId="{B49E003A-5E81-4E10-92CC-A4A92A2BB4A4}" dt="2025-04-30T09:25:59.938" v="242"/>
          <ac:grpSpMkLst>
            <pc:docMk/>
            <pc:sldMk cId="2815823265" sldId="484"/>
            <ac:grpSpMk id="36" creationId="{4519C4B6-69FE-A4D5-7E2A-3DE90476929F}"/>
          </ac:grpSpMkLst>
        </pc:grpChg>
        <pc:grpChg chg="add mod">
          <ac:chgData name="Jakob Metz" userId="e0c0a912-23d2-41d9-99e6-1221418e65ab" providerId="ADAL" clId="{B49E003A-5E81-4E10-92CC-A4A92A2BB4A4}" dt="2025-04-30T09:26:21.387" v="246" actId="164"/>
          <ac:grpSpMkLst>
            <pc:docMk/>
            <pc:sldMk cId="2815823265" sldId="484"/>
            <ac:grpSpMk id="43" creationId="{E8A77038-F4DA-D8AE-A136-AE10CF01AF53}"/>
          </ac:grpSpMkLst>
        </pc:grpChg>
      </pc:sldChg>
      <pc:sldChg chg="addSp delSp modSp mod">
        <pc:chgData name="Jakob Metz" userId="e0c0a912-23d2-41d9-99e6-1221418e65ab" providerId="ADAL" clId="{B49E003A-5E81-4E10-92CC-A4A92A2BB4A4}" dt="2025-04-30T10:23:01.128" v="1517" actId="20577"/>
        <pc:sldMkLst>
          <pc:docMk/>
          <pc:sldMk cId="2423070404" sldId="486"/>
        </pc:sldMkLst>
        <pc:spChg chg="mod">
          <ac:chgData name="Jakob Metz" userId="e0c0a912-23d2-41d9-99e6-1221418e65ab" providerId="ADAL" clId="{B49E003A-5E81-4E10-92CC-A4A92A2BB4A4}" dt="2025-04-30T10:08:41.723" v="635" actId="1076"/>
          <ac:spMkLst>
            <pc:docMk/>
            <pc:sldMk cId="2423070404" sldId="486"/>
            <ac:spMk id="14" creationId="{76237009-EEDE-2CE1-184F-645AC9CF75CC}"/>
          </ac:spMkLst>
        </pc:spChg>
        <pc:spChg chg="mod">
          <ac:chgData name="Jakob Metz" userId="e0c0a912-23d2-41d9-99e6-1221418e65ab" providerId="ADAL" clId="{B49E003A-5E81-4E10-92CC-A4A92A2BB4A4}" dt="2025-04-30T10:09:42.530" v="646" actId="1076"/>
          <ac:spMkLst>
            <pc:docMk/>
            <pc:sldMk cId="2423070404" sldId="486"/>
            <ac:spMk id="21" creationId="{901D0253-717E-A1B0-1A63-AFC181AA4031}"/>
          </ac:spMkLst>
        </pc:spChg>
        <pc:spChg chg="mod">
          <ac:chgData name="Jakob Metz" userId="e0c0a912-23d2-41d9-99e6-1221418e65ab" providerId="ADAL" clId="{B49E003A-5E81-4E10-92CC-A4A92A2BB4A4}" dt="2025-04-30T10:09:42.530" v="646" actId="1076"/>
          <ac:spMkLst>
            <pc:docMk/>
            <pc:sldMk cId="2423070404" sldId="486"/>
            <ac:spMk id="22" creationId="{888EBDCC-588C-605C-C5A8-9C999216CC11}"/>
          </ac:spMkLst>
        </pc:spChg>
        <pc:spChg chg="mod">
          <ac:chgData name="Jakob Metz" userId="e0c0a912-23d2-41d9-99e6-1221418e65ab" providerId="ADAL" clId="{B49E003A-5E81-4E10-92CC-A4A92A2BB4A4}" dt="2025-04-30T10:09:42.530" v="646" actId="1076"/>
          <ac:spMkLst>
            <pc:docMk/>
            <pc:sldMk cId="2423070404" sldId="486"/>
            <ac:spMk id="23" creationId="{87FE6713-AD10-8DA0-8FD1-A21D28B1572F}"/>
          </ac:spMkLst>
        </pc:spChg>
        <pc:spChg chg="mod">
          <ac:chgData name="Jakob Metz" userId="e0c0a912-23d2-41d9-99e6-1221418e65ab" providerId="ADAL" clId="{B49E003A-5E81-4E10-92CC-A4A92A2BB4A4}" dt="2025-04-30T10:15:18.738" v="864" actId="20577"/>
          <ac:spMkLst>
            <pc:docMk/>
            <pc:sldMk cId="2423070404" sldId="486"/>
            <ac:spMk id="34" creationId="{2E46D4E8-1414-0EEA-DFFF-E014D0C2F17D}"/>
          </ac:spMkLst>
        </pc:spChg>
        <pc:spChg chg="mod">
          <ac:chgData name="Jakob Metz" userId="e0c0a912-23d2-41d9-99e6-1221418e65ab" providerId="ADAL" clId="{B49E003A-5E81-4E10-92CC-A4A92A2BB4A4}" dt="2025-04-30T10:08:51.308" v="638" actId="1076"/>
          <ac:spMkLst>
            <pc:docMk/>
            <pc:sldMk cId="2423070404" sldId="486"/>
            <ac:spMk id="38" creationId="{6BE80D31-DA48-3E33-3CCC-04B5C9EF0BE1}"/>
          </ac:spMkLst>
        </pc:spChg>
        <pc:spChg chg="mod">
          <ac:chgData name="Jakob Metz" userId="e0c0a912-23d2-41d9-99e6-1221418e65ab" providerId="ADAL" clId="{B49E003A-5E81-4E10-92CC-A4A92A2BB4A4}" dt="2025-04-30T10:09:51.328" v="648" actId="1076"/>
          <ac:spMkLst>
            <pc:docMk/>
            <pc:sldMk cId="2423070404" sldId="486"/>
            <ac:spMk id="39" creationId="{ED4990BA-708D-2269-EEAC-9A696C348D56}"/>
          </ac:spMkLst>
        </pc:spChg>
        <pc:spChg chg="mod ord">
          <ac:chgData name="Jakob Metz" userId="e0c0a912-23d2-41d9-99e6-1221418e65ab" providerId="ADAL" clId="{B49E003A-5E81-4E10-92CC-A4A92A2BB4A4}" dt="2025-04-30T10:22:44.962" v="1514" actId="1076"/>
          <ac:spMkLst>
            <pc:docMk/>
            <pc:sldMk cId="2423070404" sldId="486"/>
            <ac:spMk id="40" creationId="{287DCEEF-B84D-6F8A-6F1E-356DA622F580}"/>
          </ac:spMkLst>
        </pc:spChg>
        <pc:spChg chg="mod">
          <ac:chgData name="Jakob Metz" userId="e0c0a912-23d2-41d9-99e6-1221418e65ab" providerId="ADAL" clId="{B49E003A-5E81-4E10-92CC-A4A92A2BB4A4}" dt="2025-04-30T10:09:51.328" v="648" actId="1076"/>
          <ac:spMkLst>
            <pc:docMk/>
            <pc:sldMk cId="2423070404" sldId="486"/>
            <ac:spMk id="42" creationId="{5A48016C-FD60-9280-521C-B3897B38BD7C}"/>
          </ac:spMkLst>
        </pc:spChg>
        <pc:spChg chg="mod">
          <ac:chgData name="Jakob Metz" userId="e0c0a912-23d2-41d9-99e6-1221418e65ab" providerId="ADAL" clId="{B49E003A-5E81-4E10-92CC-A4A92A2BB4A4}" dt="2025-04-30T10:09:51.328" v="648" actId="1076"/>
          <ac:spMkLst>
            <pc:docMk/>
            <pc:sldMk cId="2423070404" sldId="486"/>
            <ac:spMk id="46" creationId="{1AF8883A-DA52-601A-C15B-A49A7A7660EC}"/>
          </ac:spMkLst>
        </pc:spChg>
        <pc:spChg chg="mod">
          <ac:chgData name="Jakob Metz" userId="e0c0a912-23d2-41d9-99e6-1221418e65ab" providerId="ADAL" clId="{B49E003A-5E81-4E10-92CC-A4A92A2BB4A4}" dt="2025-04-30T10:10:09.838" v="651" actId="1076"/>
          <ac:spMkLst>
            <pc:docMk/>
            <pc:sldMk cId="2423070404" sldId="486"/>
            <ac:spMk id="48" creationId="{2972C7B1-A93F-166E-300D-58EFA43C09C7}"/>
          </ac:spMkLst>
        </pc:spChg>
        <pc:spChg chg="mod">
          <ac:chgData name="Jakob Metz" userId="e0c0a912-23d2-41d9-99e6-1221418e65ab" providerId="ADAL" clId="{B49E003A-5E81-4E10-92CC-A4A92A2BB4A4}" dt="2025-04-30T10:10:09.838" v="651" actId="1076"/>
          <ac:spMkLst>
            <pc:docMk/>
            <pc:sldMk cId="2423070404" sldId="486"/>
            <ac:spMk id="49" creationId="{D476FF6D-A0A7-3421-0881-1ECA7E1B63B4}"/>
          </ac:spMkLst>
        </pc:spChg>
        <pc:spChg chg="add del mod">
          <ac:chgData name="Jakob Metz" userId="e0c0a912-23d2-41d9-99e6-1221418e65ab" providerId="ADAL" clId="{B49E003A-5E81-4E10-92CC-A4A92A2BB4A4}" dt="2025-04-30T10:22:37.500" v="1512" actId="478"/>
          <ac:spMkLst>
            <pc:docMk/>
            <pc:sldMk cId="2423070404" sldId="486"/>
            <ac:spMk id="50" creationId="{5D5CB7ED-2A72-C539-758C-AA03BEE7FAB2}"/>
          </ac:spMkLst>
        </pc:spChg>
        <pc:spChg chg="mod">
          <ac:chgData name="Jakob Metz" userId="e0c0a912-23d2-41d9-99e6-1221418e65ab" providerId="ADAL" clId="{B49E003A-5E81-4E10-92CC-A4A92A2BB4A4}" dt="2025-04-30T10:06:37.836" v="571" actId="14100"/>
          <ac:spMkLst>
            <pc:docMk/>
            <pc:sldMk cId="2423070404" sldId="486"/>
            <ac:spMk id="52" creationId="{87DEBC0C-A850-5798-4A3A-82066B64C18C}"/>
          </ac:spMkLst>
        </pc:spChg>
        <pc:spChg chg="mod">
          <ac:chgData name="Jakob Metz" userId="e0c0a912-23d2-41d9-99e6-1221418e65ab" providerId="ADAL" clId="{B49E003A-5E81-4E10-92CC-A4A92A2BB4A4}" dt="2025-04-30T10:09:54.529" v="649" actId="14100"/>
          <ac:spMkLst>
            <pc:docMk/>
            <pc:sldMk cId="2423070404" sldId="486"/>
            <ac:spMk id="53" creationId="{783632F8-BF39-FBFA-D212-F07BDC290F42}"/>
          </ac:spMkLst>
        </pc:spChg>
        <pc:spChg chg="mod">
          <ac:chgData name="Jakob Metz" userId="e0c0a912-23d2-41d9-99e6-1221418e65ab" providerId="ADAL" clId="{B49E003A-5E81-4E10-92CC-A4A92A2BB4A4}" dt="2025-04-30T10:09:51.328" v="648" actId="1076"/>
          <ac:spMkLst>
            <pc:docMk/>
            <pc:sldMk cId="2423070404" sldId="486"/>
            <ac:spMk id="55" creationId="{D4FF5715-4A12-DCD3-5228-45B0C9CA0FF3}"/>
          </ac:spMkLst>
        </pc:spChg>
        <pc:spChg chg="mod">
          <ac:chgData name="Jakob Metz" userId="e0c0a912-23d2-41d9-99e6-1221418e65ab" providerId="ADAL" clId="{B49E003A-5E81-4E10-92CC-A4A92A2BB4A4}" dt="2025-04-30T10:23:01.128" v="1517" actId="20577"/>
          <ac:spMkLst>
            <pc:docMk/>
            <pc:sldMk cId="2423070404" sldId="486"/>
            <ac:spMk id="58" creationId="{89CD821B-59A2-FB0F-0681-E9BC6FFF928F}"/>
          </ac:spMkLst>
        </pc:spChg>
        <pc:spChg chg="del mod">
          <ac:chgData name="Jakob Metz" userId="e0c0a912-23d2-41d9-99e6-1221418e65ab" providerId="ADAL" clId="{B49E003A-5E81-4E10-92CC-A4A92A2BB4A4}" dt="2025-04-30T10:05:54.939" v="555" actId="478"/>
          <ac:spMkLst>
            <pc:docMk/>
            <pc:sldMk cId="2423070404" sldId="486"/>
            <ac:spMk id="69" creationId="{65D4779A-02F9-D223-33C8-1E9B8B4D74D5}"/>
          </ac:spMkLst>
        </pc:spChg>
        <pc:spChg chg="add del mod">
          <ac:chgData name="Jakob Metz" userId="e0c0a912-23d2-41d9-99e6-1221418e65ab" providerId="ADAL" clId="{B49E003A-5E81-4E10-92CC-A4A92A2BB4A4}" dt="2025-04-30T10:07:40.357" v="609" actId="478"/>
          <ac:spMkLst>
            <pc:docMk/>
            <pc:sldMk cId="2423070404" sldId="486"/>
            <ac:spMk id="99" creationId="{C1CB8E9D-C395-91D9-9725-7AC15F0299CF}"/>
          </ac:spMkLst>
        </pc:spChg>
        <pc:spChg chg="add mod">
          <ac:chgData name="Jakob Metz" userId="e0c0a912-23d2-41d9-99e6-1221418e65ab" providerId="ADAL" clId="{B49E003A-5E81-4E10-92CC-A4A92A2BB4A4}" dt="2025-04-30T10:17:07.827" v="882" actId="14100"/>
          <ac:spMkLst>
            <pc:docMk/>
            <pc:sldMk cId="2423070404" sldId="486"/>
            <ac:spMk id="100" creationId="{851CB35E-BADB-01A8-5551-4E4247E35116}"/>
          </ac:spMkLst>
        </pc:spChg>
        <pc:spChg chg="add mod">
          <ac:chgData name="Jakob Metz" userId="e0c0a912-23d2-41d9-99e6-1221418e65ab" providerId="ADAL" clId="{B49E003A-5E81-4E10-92CC-A4A92A2BB4A4}" dt="2025-04-30T10:17:07.827" v="882" actId="14100"/>
          <ac:spMkLst>
            <pc:docMk/>
            <pc:sldMk cId="2423070404" sldId="486"/>
            <ac:spMk id="101" creationId="{FD9C798A-427C-574A-414A-A00B1A5C88FA}"/>
          </ac:spMkLst>
        </pc:spChg>
        <pc:spChg chg="add mod">
          <ac:chgData name="Jakob Metz" userId="e0c0a912-23d2-41d9-99e6-1221418e65ab" providerId="ADAL" clId="{B49E003A-5E81-4E10-92CC-A4A92A2BB4A4}" dt="2025-04-30T10:17:07.827" v="882" actId="14100"/>
          <ac:spMkLst>
            <pc:docMk/>
            <pc:sldMk cId="2423070404" sldId="486"/>
            <ac:spMk id="102" creationId="{3D3E6E66-0046-7953-2C84-E0A84E4AEEDD}"/>
          </ac:spMkLst>
        </pc:spChg>
        <pc:spChg chg="add mod">
          <ac:chgData name="Jakob Metz" userId="e0c0a912-23d2-41d9-99e6-1221418e65ab" providerId="ADAL" clId="{B49E003A-5E81-4E10-92CC-A4A92A2BB4A4}" dt="2025-04-30T10:17:07.827" v="882" actId="14100"/>
          <ac:spMkLst>
            <pc:docMk/>
            <pc:sldMk cId="2423070404" sldId="486"/>
            <ac:spMk id="103" creationId="{F0ECA7A3-8E2A-F98C-3964-FA30EC224FDE}"/>
          </ac:spMkLst>
        </pc:spChg>
        <pc:spChg chg="add mod">
          <ac:chgData name="Jakob Metz" userId="e0c0a912-23d2-41d9-99e6-1221418e65ab" providerId="ADAL" clId="{B49E003A-5E81-4E10-92CC-A4A92A2BB4A4}" dt="2025-04-30T10:17:07.827" v="882" actId="14100"/>
          <ac:spMkLst>
            <pc:docMk/>
            <pc:sldMk cId="2423070404" sldId="486"/>
            <ac:spMk id="104" creationId="{4824F78B-CC5B-15F7-93D7-4C89B6039CB9}"/>
          </ac:spMkLst>
        </pc:spChg>
        <pc:spChg chg="add mod">
          <ac:chgData name="Jakob Metz" userId="e0c0a912-23d2-41d9-99e6-1221418e65ab" providerId="ADAL" clId="{B49E003A-5E81-4E10-92CC-A4A92A2BB4A4}" dt="2025-04-30T10:17:07.827" v="882" actId="14100"/>
          <ac:spMkLst>
            <pc:docMk/>
            <pc:sldMk cId="2423070404" sldId="486"/>
            <ac:spMk id="105" creationId="{968F10C6-7639-6D51-F842-D2CA85A3A86E}"/>
          </ac:spMkLst>
        </pc:spChg>
        <pc:spChg chg="add mod">
          <ac:chgData name="Jakob Metz" userId="e0c0a912-23d2-41d9-99e6-1221418e65ab" providerId="ADAL" clId="{B49E003A-5E81-4E10-92CC-A4A92A2BB4A4}" dt="2025-04-30T10:17:07.827" v="882" actId="14100"/>
          <ac:spMkLst>
            <pc:docMk/>
            <pc:sldMk cId="2423070404" sldId="486"/>
            <ac:spMk id="106" creationId="{397AA6B6-A972-E227-8BE5-DFE5272D9AA4}"/>
          </ac:spMkLst>
        </pc:spChg>
        <pc:spChg chg="add del mod">
          <ac:chgData name="Jakob Metz" userId="e0c0a912-23d2-41d9-99e6-1221418e65ab" providerId="ADAL" clId="{B49E003A-5E81-4E10-92CC-A4A92A2BB4A4}" dt="2025-04-30T10:22:15.586" v="1504" actId="478"/>
          <ac:spMkLst>
            <pc:docMk/>
            <pc:sldMk cId="2423070404" sldId="486"/>
            <ac:spMk id="107" creationId="{E3EDCFB6-F5AD-FBF7-7DA3-FA2ABE4B0C3F}"/>
          </ac:spMkLst>
        </pc:spChg>
        <pc:spChg chg="add mod">
          <ac:chgData name="Jakob Metz" userId="e0c0a912-23d2-41d9-99e6-1221418e65ab" providerId="ADAL" clId="{B49E003A-5E81-4E10-92CC-A4A92A2BB4A4}" dt="2025-04-30T10:22:31.266" v="1510" actId="1076"/>
          <ac:spMkLst>
            <pc:docMk/>
            <pc:sldMk cId="2423070404" sldId="486"/>
            <ac:spMk id="108" creationId="{A38E02EE-8461-F0AC-C044-0EDFECDEF439}"/>
          </ac:spMkLst>
        </pc:spChg>
        <pc:grpChg chg="del">
          <ac:chgData name="Jakob Metz" userId="e0c0a912-23d2-41d9-99e6-1221418e65ab" providerId="ADAL" clId="{B49E003A-5E81-4E10-92CC-A4A92A2BB4A4}" dt="2025-04-30T10:06:17.078" v="563" actId="478"/>
          <ac:grpSpMkLst>
            <pc:docMk/>
            <pc:sldMk cId="2423070404" sldId="486"/>
            <ac:grpSpMk id="25" creationId="{CD621DF5-6D77-0383-F998-F84C0A701280}"/>
          </ac:grpSpMkLst>
        </pc:grpChg>
        <pc:picChg chg="mod">
          <ac:chgData name="Jakob Metz" userId="e0c0a912-23d2-41d9-99e6-1221418e65ab" providerId="ADAL" clId="{B49E003A-5E81-4E10-92CC-A4A92A2BB4A4}" dt="2025-04-30T10:08:49.210" v="637" actId="1076"/>
          <ac:picMkLst>
            <pc:docMk/>
            <pc:sldMk cId="2423070404" sldId="486"/>
            <ac:picMk id="4" creationId="{7225870C-74F2-2A46-2C16-C223783B6B00}"/>
          </ac:picMkLst>
        </pc:picChg>
        <pc:picChg chg="add del mod">
          <ac:chgData name="Jakob Metz" userId="e0c0a912-23d2-41d9-99e6-1221418e65ab" providerId="ADAL" clId="{B49E003A-5E81-4E10-92CC-A4A92A2BB4A4}" dt="2025-04-30T10:22:37.500" v="1512" actId="478"/>
          <ac:picMkLst>
            <pc:docMk/>
            <pc:sldMk cId="2423070404" sldId="486"/>
            <ac:picMk id="24" creationId="{57053AC7-9179-029A-D24F-97E616A650BE}"/>
          </ac:picMkLst>
        </pc:picChg>
        <pc:picChg chg="del">
          <ac:chgData name="Jakob Metz" userId="e0c0a912-23d2-41d9-99e6-1221418e65ab" providerId="ADAL" clId="{B49E003A-5E81-4E10-92CC-A4A92A2BB4A4}" dt="2025-04-30T10:05:57.086" v="556" actId="21"/>
          <ac:picMkLst>
            <pc:docMk/>
            <pc:sldMk cId="2423070404" sldId="486"/>
            <ac:picMk id="70" creationId="{81EB7CE3-AE6A-6A4A-8405-BEA259648A43}"/>
          </ac:picMkLst>
        </pc:picChg>
        <pc:picChg chg="del">
          <ac:chgData name="Jakob Metz" userId="e0c0a912-23d2-41d9-99e6-1221418e65ab" providerId="ADAL" clId="{B49E003A-5E81-4E10-92CC-A4A92A2BB4A4}" dt="2025-04-30T10:05:57.086" v="556" actId="21"/>
          <ac:picMkLst>
            <pc:docMk/>
            <pc:sldMk cId="2423070404" sldId="486"/>
            <ac:picMk id="71" creationId="{C3E778AD-FB01-A19B-BB49-32455830FA93}"/>
          </ac:picMkLst>
        </pc:picChg>
        <pc:picChg chg="del">
          <ac:chgData name="Jakob Metz" userId="e0c0a912-23d2-41d9-99e6-1221418e65ab" providerId="ADAL" clId="{B49E003A-5E81-4E10-92CC-A4A92A2BB4A4}" dt="2025-04-30T10:05:57.086" v="556" actId="21"/>
          <ac:picMkLst>
            <pc:docMk/>
            <pc:sldMk cId="2423070404" sldId="486"/>
            <ac:picMk id="72" creationId="{8A59A52C-2E96-EDC6-5146-3C0A50684CAE}"/>
          </ac:picMkLst>
        </pc:picChg>
        <pc:picChg chg="del">
          <ac:chgData name="Jakob Metz" userId="e0c0a912-23d2-41d9-99e6-1221418e65ab" providerId="ADAL" clId="{B49E003A-5E81-4E10-92CC-A4A92A2BB4A4}" dt="2025-04-30T10:05:57.086" v="556" actId="21"/>
          <ac:picMkLst>
            <pc:docMk/>
            <pc:sldMk cId="2423070404" sldId="486"/>
            <ac:picMk id="73" creationId="{8C268FD0-62F8-4410-EC81-551445ACDBA8}"/>
          </ac:picMkLst>
        </pc:picChg>
        <pc:picChg chg="del">
          <ac:chgData name="Jakob Metz" userId="e0c0a912-23d2-41d9-99e6-1221418e65ab" providerId="ADAL" clId="{B49E003A-5E81-4E10-92CC-A4A92A2BB4A4}" dt="2025-04-30T10:05:57.086" v="556" actId="21"/>
          <ac:picMkLst>
            <pc:docMk/>
            <pc:sldMk cId="2423070404" sldId="486"/>
            <ac:picMk id="74" creationId="{933F3379-B3DA-C8D7-206A-16C48A1B5A9B}"/>
          </ac:picMkLst>
        </pc:picChg>
        <pc:picChg chg="del">
          <ac:chgData name="Jakob Metz" userId="e0c0a912-23d2-41d9-99e6-1221418e65ab" providerId="ADAL" clId="{B49E003A-5E81-4E10-92CC-A4A92A2BB4A4}" dt="2025-04-30T10:05:57.086" v="556" actId="21"/>
          <ac:picMkLst>
            <pc:docMk/>
            <pc:sldMk cId="2423070404" sldId="486"/>
            <ac:picMk id="75" creationId="{5506FB46-1DB1-E977-E45E-B6C929E1CE40}"/>
          </ac:picMkLst>
        </pc:picChg>
        <pc:picChg chg="del">
          <ac:chgData name="Jakob Metz" userId="e0c0a912-23d2-41d9-99e6-1221418e65ab" providerId="ADAL" clId="{B49E003A-5E81-4E10-92CC-A4A92A2BB4A4}" dt="2025-04-30T10:05:57.086" v="556" actId="21"/>
          <ac:picMkLst>
            <pc:docMk/>
            <pc:sldMk cId="2423070404" sldId="486"/>
            <ac:picMk id="76" creationId="{4C53A3C9-1D4C-8649-BF40-A4F00F1F479D}"/>
          </ac:picMkLst>
        </pc:picChg>
        <pc:picChg chg="del">
          <ac:chgData name="Jakob Metz" userId="e0c0a912-23d2-41d9-99e6-1221418e65ab" providerId="ADAL" clId="{B49E003A-5E81-4E10-92CC-A4A92A2BB4A4}" dt="2025-04-30T10:05:57.086" v="556" actId="21"/>
          <ac:picMkLst>
            <pc:docMk/>
            <pc:sldMk cId="2423070404" sldId="486"/>
            <ac:picMk id="77" creationId="{3049ECC9-3028-8751-3361-B9232D9D1049}"/>
          </ac:picMkLst>
        </pc:picChg>
        <pc:picChg chg="del">
          <ac:chgData name="Jakob Metz" userId="e0c0a912-23d2-41d9-99e6-1221418e65ab" providerId="ADAL" clId="{B49E003A-5E81-4E10-92CC-A4A92A2BB4A4}" dt="2025-04-30T10:05:57.086" v="556" actId="21"/>
          <ac:picMkLst>
            <pc:docMk/>
            <pc:sldMk cId="2423070404" sldId="486"/>
            <ac:picMk id="78" creationId="{EE33097B-4928-B148-83D0-8DD37AF0A304}"/>
          </ac:picMkLst>
        </pc:picChg>
        <pc:picChg chg="del">
          <ac:chgData name="Jakob Metz" userId="e0c0a912-23d2-41d9-99e6-1221418e65ab" providerId="ADAL" clId="{B49E003A-5E81-4E10-92CC-A4A92A2BB4A4}" dt="2025-04-30T10:05:57.086" v="556" actId="21"/>
          <ac:picMkLst>
            <pc:docMk/>
            <pc:sldMk cId="2423070404" sldId="486"/>
            <ac:picMk id="81" creationId="{2E785956-23AD-9670-8C5F-6486B98C2B1B}"/>
          </ac:picMkLst>
        </pc:picChg>
        <pc:picChg chg="mod">
          <ac:chgData name="Jakob Metz" userId="e0c0a912-23d2-41d9-99e6-1221418e65ab" providerId="ADAL" clId="{B49E003A-5E81-4E10-92CC-A4A92A2BB4A4}" dt="2025-04-30T10:08:54.978" v="639" actId="1076"/>
          <ac:picMkLst>
            <pc:docMk/>
            <pc:sldMk cId="2423070404" sldId="486"/>
            <ac:picMk id="82" creationId="{465E49B5-FA69-A936-F25E-9B3219D9C55E}"/>
          </ac:picMkLst>
        </pc:picChg>
        <pc:picChg chg="mod">
          <ac:chgData name="Jakob Metz" userId="e0c0a912-23d2-41d9-99e6-1221418e65ab" providerId="ADAL" clId="{B49E003A-5E81-4E10-92CC-A4A92A2BB4A4}" dt="2025-04-30T10:10:09.838" v="651" actId="1076"/>
          <ac:picMkLst>
            <pc:docMk/>
            <pc:sldMk cId="2423070404" sldId="486"/>
            <ac:picMk id="98" creationId="{2F2E5680-681B-362B-009F-DD6EB0D60473}"/>
          </ac:picMkLst>
        </pc:picChg>
      </pc:sldChg>
      <pc:sldChg chg="delSp modSp mod">
        <pc:chgData name="Jakob Metz" userId="e0c0a912-23d2-41d9-99e6-1221418e65ab" providerId="ADAL" clId="{B49E003A-5E81-4E10-92CC-A4A92A2BB4A4}" dt="2025-04-30T09:15:30.352" v="6" actId="115"/>
        <pc:sldMkLst>
          <pc:docMk/>
          <pc:sldMk cId="1426980436" sldId="487"/>
        </pc:sldMkLst>
        <pc:spChg chg="mod">
          <ac:chgData name="Jakob Metz" userId="e0c0a912-23d2-41d9-99e6-1221418e65ab" providerId="ADAL" clId="{B49E003A-5E81-4E10-92CC-A4A92A2BB4A4}" dt="2025-04-30T09:15:30.352" v="6" actId="115"/>
          <ac:spMkLst>
            <pc:docMk/>
            <pc:sldMk cId="1426980436" sldId="487"/>
            <ac:spMk id="5" creationId="{5A74C663-2D78-8611-9E12-DCAF8174545E}"/>
          </ac:spMkLst>
        </pc:spChg>
        <pc:spChg chg="del">
          <ac:chgData name="Jakob Metz" userId="e0c0a912-23d2-41d9-99e6-1221418e65ab" providerId="ADAL" clId="{B49E003A-5E81-4E10-92CC-A4A92A2BB4A4}" dt="2025-04-30T09:15:25.148" v="5" actId="478"/>
          <ac:spMkLst>
            <pc:docMk/>
            <pc:sldMk cId="1426980436" sldId="487"/>
            <ac:spMk id="17" creationId="{21068E35-F5EE-C680-6180-8AF5A4C4BA0B}"/>
          </ac:spMkLst>
        </pc:spChg>
        <pc:spChg chg="mod">
          <ac:chgData name="Jakob Metz" userId="e0c0a912-23d2-41d9-99e6-1221418e65ab" providerId="ADAL" clId="{B49E003A-5E81-4E10-92CC-A4A92A2BB4A4}" dt="2025-04-30T09:15:30.352" v="6" actId="115"/>
          <ac:spMkLst>
            <pc:docMk/>
            <pc:sldMk cId="1426980436" sldId="487"/>
            <ac:spMk id="18" creationId="{A7A508EE-7B58-9FE6-ED34-13DA6480D367}"/>
          </ac:spMkLst>
        </pc:spChg>
        <pc:spChg chg="mod">
          <ac:chgData name="Jakob Metz" userId="e0c0a912-23d2-41d9-99e6-1221418e65ab" providerId="ADAL" clId="{B49E003A-5E81-4E10-92CC-A4A92A2BB4A4}" dt="2025-04-30T09:15:30.352" v="6" actId="115"/>
          <ac:spMkLst>
            <pc:docMk/>
            <pc:sldMk cId="1426980436" sldId="487"/>
            <ac:spMk id="19" creationId="{52E387AB-5E8B-868E-DA7F-4F198A4F9CF1}"/>
          </ac:spMkLst>
        </pc:spChg>
        <pc:spChg chg="mod">
          <ac:chgData name="Jakob Metz" userId="e0c0a912-23d2-41d9-99e6-1221418e65ab" providerId="ADAL" clId="{B49E003A-5E81-4E10-92CC-A4A92A2BB4A4}" dt="2025-04-30T09:15:30.352" v="6" actId="115"/>
          <ac:spMkLst>
            <pc:docMk/>
            <pc:sldMk cId="1426980436" sldId="487"/>
            <ac:spMk id="20" creationId="{868C2EA6-465A-3CF5-059F-1D7166E79603}"/>
          </ac:spMkLst>
        </pc:spChg>
        <pc:spChg chg="mod">
          <ac:chgData name="Jakob Metz" userId="e0c0a912-23d2-41d9-99e6-1221418e65ab" providerId="ADAL" clId="{B49E003A-5E81-4E10-92CC-A4A92A2BB4A4}" dt="2025-04-30T09:15:30.352" v="6" actId="115"/>
          <ac:spMkLst>
            <pc:docMk/>
            <pc:sldMk cId="1426980436" sldId="487"/>
            <ac:spMk id="21" creationId="{3388CC67-1D09-7E79-0257-1B2408E89628}"/>
          </ac:spMkLst>
        </pc:spChg>
        <pc:spChg chg="mod">
          <ac:chgData name="Jakob Metz" userId="e0c0a912-23d2-41d9-99e6-1221418e65ab" providerId="ADAL" clId="{B49E003A-5E81-4E10-92CC-A4A92A2BB4A4}" dt="2025-04-30T09:15:30.352" v="6" actId="115"/>
          <ac:spMkLst>
            <pc:docMk/>
            <pc:sldMk cId="1426980436" sldId="487"/>
            <ac:spMk id="22" creationId="{7A1D0BE6-226F-0F3C-8EC3-E4169B028DDF}"/>
          </ac:spMkLst>
        </pc:spChg>
        <pc:spChg chg="mod">
          <ac:chgData name="Jakob Metz" userId="e0c0a912-23d2-41d9-99e6-1221418e65ab" providerId="ADAL" clId="{B49E003A-5E81-4E10-92CC-A4A92A2BB4A4}" dt="2025-04-30T09:15:30.352" v="6" actId="115"/>
          <ac:spMkLst>
            <pc:docMk/>
            <pc:sldMk cId="1426980436" sldId="487"/>
            <ac:spMk id="23" creationId="{1EABC739-2660-7155-3C1A-BD28F68939EC}"/>
          </ac:spMkLst>
        </pc:spChg>
        <pc:spChg chg="mod">
          <ac:chgData name="Jakob Metz" userId="e0c0a912-23d2-41d9-99e6-1221418e65ab" providerId="ADAL" clId="{B49E003A-5E81-4E10-92CC-A4A92A2BB4A4}" dt="2025-04-30T09:15:30.352" v="6" actId="115"/>
          <ac:spMkLst>
            <pc:docMk/>
            <pc:sldMk cId="1426980436" sldId="487"/>
            <ac:spMk id="24" creationId="{2DCD7728-8775-745F-2C69-3357CFD97D8E}"/>
          </ac:spMkLst>
        </pc:spChg>
        <pc:spChg chg="mod">
          <ac:chgData name="Jakob Metz" userId="e0c0a912-23d2-41d9-99e6-1221418e65ab" providerId="ADAL" clId="{B49E003A-5E81-4E10-92CC-A4A92A2BB4A4}" dt="2025-04-30T09:15:30.352" v="6" actId="115"/>
          <ac:spMkLst>
            <pc:docMk/>
            <pc:sldMk cId="1426980436" sldId="487"/>
            <ac:spMk id="34" creationId="{EA279972-65F0-9481-FB13-00462BF22AB6}"/>
          </ac:spMkLst>
        </pc:spChg>
        <pc:spChg chg="mod">
          <ac:chgData name="Jakob Metz" userId="e0c0a912-23d2-41d9-99e6-1221418e65ab" providerId="ADAL" clId="{B49E003A-5E81-4E10-92CC-A4A92A2BB4A4}" dt="2025-04-30T09:15:30.352" v="6" actId="115"/>
          <ac:spMkLst>
            <pc:docMk/>
            <pc:sldMk cId="1426980436" sldId="487"/>
            <ac:spMk id="40" creationId="{906AAB56-E0D0-1E90-B04B-A6191C6757F0}"/>
          </ac:spMkLst>
        </pc:spChg>
      </pc:sldChg>
      <pc:sldChg chg="addSp delSp modSp mod modShow">
        <pc:chgData name="Jakob Metz" userId="e0c0a912-23d2-41d9-99e6-1221418e65ab" providerId="ADAL" clId="{B49E003A-5E81-4E10-92CC-A4A92A2BB4A4}" dt="2025-04-30T09:57:48.788" v="264" actId="478"/>
        <pc:sldMkLst>
          <pc:docMk/>
          <pc:sldMk cId="768166956" sldId="488"/>
        </pc:sldMkLst>
        <pc:spChg chg="del">
          <ac:chgData name="Jakob Metz" userId="e0c0a912-23d2-41d9-99e6-1221418e65ab" providerId="ADAL" clId="{B49E003A-5E81-4E10-92CC-A4A92A2BB4A4}" dt="2025-04-30T09:57:48.788" v="264" actId="478"/>
          <ac:spMkLst>
            <pc:docMk/>
            <pc:sldMk cId="768166956" sldId="488"/>
            <ac:spMk id="4" creationId="{7D24D693-1427-6613-6CF6-36C44657F856}"/>
          </ac:spMkLst>
        </pc:spChg>
        <pc:spChg chg="mod">
          <ac:chgData name="Jakob Metz" userId="e0c0a912-23d2-41d9-99e6-1221418e65ab" providerId="ADAL" clId="{B49E003A-5E81-4E10-92CC-A4A92A2BB4A4}" dt="2025-04-30T09:27:10.257" v="255"/>
          <ac:spMkLst>
            <pc:docMk/>
            <pc:sldMk cId="768166956" sldId="488"/>
            <ac:spMk id="5" creationId="{7B6A9B42-F4D2-AF6F-A378-0307A6AF0444}"/>
          </ac:spMkLst>
        </pc:spChg>
        <pc:spChg chg="mod">
          <ac:chgData name="Jakob Metz" userId="e0c0a912-23d2-41d9-99e6-1221418e65ab" providerId="ADAL" clId="{B49E003A-5E81-4E10-92CC-A4A92A2BB4A4}" dt="2025-04-30T09:27:10.257" v="255"/>
          <ac:spMkLst>
            <pc:docMk/>
            <pc:sldMk cId="768166956" sldId="488"/>
            <ac:spMk id="6" creationId="{00455379-2295-4AFC-1558-752F868FD932}"/>
          </ac:spMkLst>
        </pc:spChg>
        <pc:spChg chg="mod">
          <ac:chgData name="Jakob Metz" userId="e0c0a912-23d2-41d9-99e6-1221418e65ab" providerId="ADAL" clId="{B49E003A-5E81-4E10-92CC-A4A92A2BB4A4}" dt="2025-04-30T09:27:10.257" v="255"/>
          <ac:spMkLst>
            <pc:docMk/>
            <pc:sldMk cId="768166956" sldId="488"/>
            <ac:spMk id="8" creationId="{2BCA01D8-0E62-E9FC-B416-08A79EC13551}"/>
          </ac:spMkLst>
        </pc:spChg>
        <pc:spChg chg="mod">
          <ac:chgData name="Jakob Metz" userId="e0c0a912-23d2-41d9-99e6-1221418e65ab" providerId="ADAL" clId="{B49E003A-5E81-4E10-92CC-A4A92A2BB4A4}" dt="2025-04-30T09:27:10.257" v="255"/>
          <ac:spMkLst>
            <pc:docMk/>
            <pc:sldMk cId="768166956" sldId="488"/>
            <ac:spMk id="9" creationId="{46D77244-2ECF-50D4-EAA5-0A3B9DB058A8}"/>
          </ac:spMkLst>
        </pc:spChg>
        <pc:spChg chg="mod">
          <ac:chgData name="Jakob Metz" userId="e0c0a912-23d2-41d9-99e6-1221418e65ab" providerId="ADAL" clId="{B49E003A-5E81-4E10-92CC-A4A92A2BB4A4}" dt="2025-04-30T09:27:10.257" v="255"/>
          <ac:spMkLst>
            <pc:docMk/>
            <pc:sldMk cId="768166956" sldId="488"/>
            <ac:spMk id="18" creationId="{0D4071F9-BF5B-816D-7A6C-22E9BCE3FABD}"/>
          </ac:spMkLst>
        </pc:spChg>
        <pc:spChg chg="mod">
          <ac:chgData name="Jakob Metz" userId="e0c0a912-23d2-41d9-99e6-1221418e65ab" providerId="ADAL" clId="{B49E003A-5E81-4E10-92CC-A4A92A2BB4A4}" dt="2025-04-30T09:27:10.257" v="255"/>
          <ac:spMkLst>
            <pc:docMk/>
            <pc:sldMk cId="768166956" sldId="488"/>
            <ac:spMk id="19" creationId="{EC8B41E6-79C4-9DAB-EB6D-45B5EAEBE824}"/>
          </ac:spMkLst>
        </pc:spChg>
        <pc:spChg chg="mod">
          <ac:chgData name="Jakob Metz" userId="e0c0a912-23d2-41d9-99e6-1221418e65ab" providerId="ADAL" clId="{B49E003A-5E81-4E10-92CC-A4A92A2BB4A4}" dt="2025-04-30T09:27:10.257" v="255"/>
          <ac:spMkLst>
            <pc:docMk/>
            <pc:sldMk cId="768166956" sldId="488"/>
            <ac:spMk id="20" creationId="{CC8E0A09-451B-7355-9AEF-9C00321B013C}"/>
          </ac:spMkLst>
        </pc:spChg>
        <pc:spChg chg="mod">
          <ac:chgData name="Jakob Metz" userId="e0c0a912-23d2-41d9-99e6-1221418e65ab" providerId="ADAL" clId="{B49E003A-5E81-4E10-92CC-A4A92A2BB4A4}" dt="2025-04-30T09:27:10.440" v="256"/>
          <ac:spMkLst>
            <pc:docMk/>
            <pc:sldMk cId="768166956" sldId="488"/>
            <ac:spMk id="22" creationId="{F1B63DA3-805B-53E6-C37C-AE986005F168}"/>
          </ac:spMkLst>
        </pc:spChg>
        <pc:spChg chg="mod">
          <ac:chgData name="Jakob Metz" userId="e0c0a912-23d2-41d9-99e6-1221418e65ab" providerId="ADAL" clId="{B49E003A-5E81-4E10-92CC-A4A92A2BB4A4}" dt="2025-04-30T09:27:10.440" v="256"/>
          <ac:spMkLst>
            <pc:docMk/>
            <pc:sldMk cId="768166956" sldId="488"/>
            <ac:spMk id="23" creationId="{056A711C-AE8D-92D2-A926-DE27DFB78978}"/>
          </ac:spMkLst>
        </pc:spChg>
        <pc:spChg chg="mod">
          <ac:chgData name="Jakob Metz" userId="e0c0a912-23d2-41d9-99e6-1221418e65ab" providerId="ADAL" clId="{B49E003A-5E81-4E10-92CC-A4A92A2BB4A4}" dt="2025-04-30T09:27:10.440" v="256"/>
          <ac:spMkLst>
            <pc:docMk/>
            <pc:sldMk cId="768166956" sldId="488"/>
            <ac:spMk id="24" creationId="{B954B1C2-7FEE-EBE8-3331-F0EC42CAA8FD}"/>
          </ac:spMkLst>
        </pc:spChg>
        <pc:spChg chg="mod">
          <ac:chgData name="Jakob Metz" userId="e0c0a912-23d2-41d9-99e6-1221418e65ab" providerId="ADAL" clId="{B49E003A-5E81-4E10-92CC-A4A92A2BB4A4}" dt="2025-04-30T09:27:10.440" v="256"/>
          <ac:spMkLst>
            <pc:docMk/>
            <pc:sldMk cId="768166956" sldId="488"/>
            <ac:spMk id="25" creationId="{8AAF5AEE-81D7-E413-5218-EB1A686D931F}"/>
          </ac:spMkLst>
        </pc:spChg>
        <pc:spChg chg="mod">
          <ac:chgData name="Jakob Metz" userId="e0c0a912-23d2-41d9-99e6-1221418e65ab" providerId="ADAL" clId="{B49E003A-5E81-4E10-92CC-A4A92A2BB4A4}" dt="2025-04-30T09:27:10.440" v="256"/>
          <ac:spMkLst>
            <pc:docMk/>
            <pc:sldMk cId="768166956" sldId="488"/>
            <ac:spMk id="26" creationId="{D8B9CB17-DA2F-DA9F-3249-267FED7329C1}"/>
          </ac:spMkLst>
        </pc:spChg>
        <pc:spChg chg="mod">
          <ac:chgData name="Jakob Metz" userId="e0c0a912-23d2-41d9-99e6-1221418e65ab" providerId="ADAL" clId="{B49E003A-5E81-4E10-92CC-A4A92A2BB4A4}" dt="2025-04-30T09:27:10.440" v="256"/>
          <ac:spMkLst>
            <pc:docMk/>
            <pc:sldMk cId="768166956" sldId="488"/>
            <ac:spMk id="27" creationId="{EC09B281-5AFA-180F-AFF0-924321397BAF}"/>
          </ac:spMkLst>
        </pc:spChg>
        <pc:spChg chg="mod">
          <ac:chgData name="Jakob Metz" userId="e0c0a912-23d2-41d9-99e6-1221418e65ab" providerId="ADAL" clId="{B49E003A-5E81-4E10-92CC-A4A92A2BB4A4}" dt="2025-04-30T09:27:10.440" v="256"/>
          <ac:spMkLst>
            <pc:docMk/>
            <pc:sldMk cId="768166956" sldId="488"/>
            <ac:spMk id="28" creationId="{DC91EA1E-68D4-2525-9E13-36B45C782935}"/>
          </ac:spMkLst>
        </pc:spChg>
        <pc:grpChg chg="add mod">
          <ac:chgData name="Jakob Metz" userId="e0c0a912-23d2-41d9-99e6-1221418e65ab" providerId="ADAL" clId="{B49E003A-5E81-4E10-92CC-A4A92A2BB4A4}" dt="2025-04-30T09:27:10.257" v="255"/>
          <ac:grpSpMkLst>
            <pc:docMk/>
            <pc:sldMk cId="768166956" sldId="488"/>
            <ac:grpSpMk id="3" creationId="{F1B11D19-65CB-05A3-FA96-79FE5837E875}"/>
          </ac:grpSpMkLst>
        </pc:grpChg>
        <pc:grpChg chg="add mod">
          <ac:chgData name="Jakob Metz" userId="e0c0a912-23d2-41d9-99e6-1221418e65ab" providerId="ADAL" clId="{B49E003A-5E81-4E10-92CC-A4A92A2BB4A4}" dt="2025-04-30T09:27:10.440" v="256"/>
          <ac:grpSpMkLst>
            <pc:docMk/>
            <pc:sldMk cId="768166956" sldId="488"/>
            <ac:grpSpMk id="21" creationId="{7CE03EDF-755E-07D7-8E3C-7AF845AA51E2}"/>
          </ac:grpSpMkLst>
        </pc:grpChg>
      </pc:sldChg>
      <pc:sldChg chg="addSp delSp modSp mod">
        <pc:chgData name="Jakob Metz" userId="e0c0a912-23d2-41d9-99e6-1221418e65ab" providerId="ADAL" clId="{B49E003A-5E81-4E10-92CC-A4A92A2BB4A4}" dt="2025-04-30T10:04:17.670" v="401" actId="478"/>
        <pc:sldMkLst>
          <pc:docMk/>
          <pc:sldMk cId="2358293610" sldId="489"/>
        </pc:sldMkLst>
        <pc:spChg chg="mod">
          <ac:chgData name="Jakob Metz" userId="e0c0a912-23d2-41d9-99e6-1221418e65ab" providerId="ADAL" clId="{B49E003A-5E81-4E10-92CC-A4A92A2BB4A4}" dt="2025-04-30T10:03:58.827" v="398" actId="21"/>
          <ac:spMkLst>
            <pc:docMk/>
            <pc:sldMk cId="2358293610" sldId="489"/>
            <ac:spMk id="5" creationId="{140FAAB3-8E22-8A35-EEAC-E08587D54624}"/>
          </ac:spMkLst>
        </pc:spChg>
        <pc:spChg chg="add mod">
          <ac:chgData name="Jakob Metz" userId="e0c0a912-23d2-41d9-99e6-1221418e65ab" providerId="ADAL" clId="{B49E003A-5E81-4E10-92CC-A4A92A2BB4A4}" dt="2025-04-30T09:57:39.145" v="260"/>
          <ac:spMkLst>
            <pc:docMk/>
            <pc:sldMk cId="2358293610" sldId="489"/>
            <ac:spMk id="6" creationId="{05A8B4DD-6D3B-022F-41BC-94E690FCDFA4}"/>
          </ac:spMkLst>
        </pc:spChg>
        <pc:spChg chg="add del mod">
          <ac:chgData name="Jakob Metz" userId="e0c0a912-23d2-41d9-99e6-1221418e65ab" providerId="ADAL" clId="{B49E003A-5E81-4E10-92CC-A4A92A2BB4A4}" dt="2025-04-30T10:01:13.886" v="392" actId="478"/>
          <ac:spMkLst>
            <pc:docMk/>
            <pc:sldMk cId="2358293610" sldId="489"/>
            <ac:spMk id="8" creationId="{B592974A-6F6C-2879-DA9A-488B7193A7B1}"/>
          </ac:spMkLst>
        </pc:spChg>
        <pc:spChg chg="add mod">
          <ac:chgData name="Jakob Metz" userId="e0c0a912-23d2-41d9-99e6-1221418e65ab" providerId="ADAL" clId="{B49E003A-5E81-4E10-92CC-A4A92A2BB4A4}" dt="2025-04-30T10:01:14.256" v="393"/>
          <ac:spMkLst>
            <pc:docMk/>
            <pc:sldMk cId="2358293610" sldId="489"/>
            <ac:spMk id="9" creationId="{CBA65748-F7B7-02FF-8197-1DCBE0E82B49}"/>
          </ac:spMkLst>
        </pc:spChg>
        <pc:spChg chg="add del mod">
          <ac:chgData name="Jakob Metz" userId="e0c0a912-23d2-41d9-99e6-1221418e65ab" providerId="ADAL" clId="{B49E003A-5E81-4E10-92CC-A4A92A2BB4A4}" dt="2025-04-30T10:04:17.670" v="401" actId="478"/>
          <ac:spMkLst>
            <pc:docMk/>
            <pc:sldMk cId="2358293610" sldId="489"/>
            <ac:spMk id="11" creationId="{61072D5B-E78F-1D7E-B87A-9457D7F6D79A}"/>
          </ac:spMkLst>
        </pc:spChg>
        <pc:spChg chg="del">
          <ac:chgData name="Jakob Metz" userId="e0c0a912-23d2-41d9-99e6-1221418e65ab" providerId="ADAL" clId="{B49E003A-5E81-4E10-92CC-A4A92A2BB4A4}" dt="2025-04-30T09:57:38.928" v="259" actId="478"/>
          <ac:spMkLst>
            <pc:docMk/>
            <pc:sldMk cId="2358293610" sldId="489"/>
            <ac:spMk id="17" creationId="{CFE06C02-965A-0DCA-98AB-9C7C63502DBF}"/>
          </ac:spMkLst>
        </pc:spChg>
        <pc:spChg chg="add mod">
          <ac:chgData name="Jakob Metz" userId="e0c0a912-23d2-41d9-99e6-1221418e65ab" providerId="ADAL" clId="{B49E003A-5E81-4E10-92CC-A4A92A2BB4A4}" dt="2025-04-30T09:16:24.569" v="17" actId="20577"/>
          <ac:spMkLst>
            <pc:docMk/>
            <pc:sldMk cId="2358293610" sldId="489"/>
            <ac:spMk id="37" creationId="{192D6334-1026-268A-AC8D-3A41661B6DDC}"/>
          </ac:spMkLst>
        </pc:spChg>
      </pc:sldChg>
      <pc:sldChg chg="del">
        <pc:chgData name="Jakob Metz" userId="e0c0a912-23d2-41d9-99e6-1221418e65ab" providerId="ADAL" clId="{B49E003A-5E81-4E10-92CC-A4A92A2BB4A4}" dt="2025-04-30T09:19:54.489" v="197" actId="47"/>
        <pc:sldMkLst>
          <pc:docMk/>
          <pc:sldMk cId="374259800" sldId="490"/>
        </pc:sldMkLst>
      </pc:sldChg>
      <pc:sldChg chg="add del">
        <pc:chgData name="Jakob Metz" userId="e0c0a912-23d2-41d9-99e6-1221418e65ab" providerId="ADAL" clId="{B49E003A-5E81-4E10-92CC-A4A92A2BB4A4}" dt="2025-04-30T09:24:20.157" v="224" actId="47"/>
        <pc:sldMkLst>
          <pc:docMk/>
          <pc:sldMk cId="2343237167" sldId="490"/>
        </pc:sldMkLst>
      </pc:sldChg>
      <pc:sldChg chg="add mod modShow">
        <pc:chgData name="Jakob Metz" userId="e0c0a912-23d2-41d9-99e6-1221418e65ab" providerId="ADAL" clId="{B49E003A-5E81-4E10-92CC-A4A92A2BB4A4}" dt="2025-04-30T09:24:31.145" v="225" actId="729"/>
        <pc:sldMkLst>
          <pc:docMk/>
          <pc:sldMk cId="225634186" sldId="491"/>
        </pc:sldMkLst>
      </pc:sldChg>
      <pc:sldChg chg="add mod modShow">
        <pc:chgData name="Jakob Metz" userId="e0c0a912-23d2-41d9-99e6-1221418e65ab" providerId="ADAL" clId="{B49E003A-5E81-4E10-92CC-A4A92A2BB4A4}" dt="2025-04-30T09:26:27.786" v="248" actId="729"/>
        <pc:sldMkLst>
          <pc:docMk/>
          <pc:sldMk cId="535456626" sldId="492"/>
        </pc:sldMkLst>
      </pc:sldChg>
      <pc:sldChg chg="addSp delSp modSp new del mod modShow">
        <pc:chgData name="Jakob Metz" userId="e0c0a912-23d2-41d9-99e6-1221418e65ab" providerId="ADAL" clId="{B49E003A-5E81-4E10-92CC-A4A92A2BB4A4}" dt="2025-04-30T10:06:07.676" v="561" actId="2696"/>
        <pc:sldMkLst>
          <pc:docMk/>
          <pc:sldMk cId="818447735" sldId="493"/>
        </pc:sldMkLst>
        <pc:spChg chg="del">
          <ac:chgData name="Jakob Metz" userId="e0c0a912-23d2-41d9-99e6-1221418e65ab" providerId="ADAL" clId="{B49E003A-5E81-4E10-92CC-A4A92A2BB4A4}" dt="2025-04-30T10:06:01.657" v="558" actId="478"/>
          <ac:spMkLst>
            <pc:docMk/>
            <pc:sldMk cId="818447735" sldId="493"/>
            <ac:spMk id="2" creationId="{80FF798F-8832-2EB3-D4C6-8333F1314EC9}"/>
          </ac:spMkLst>
        </pc:spChg>
        <pc:spChg chg="del">
          <ac:chgData name="Jakob Metz" userId="e0c0a912-23d2-41d9-99e6-1221418e65ab" providerId="ADAL" clId="{B49E003A-5E81-4E10-92CC-A4A92A2BB4A4}" dt="2025-04-30T10:06:01.657" v="558" actId="478"/>
          <ac:spMkLst>
            <pc:docMk/>
            <pc:sldMk cId="818447735" sldId="493"/>
            <ac:spMk id="3" creationId="{5EA4FAF2-99F5-9E4C-ED86-3D2860C68ED3}"/>
          </ac:spMkLst>
        </pc:spChg>
        <pc:spChg chg="del">
          <ac:chgData name="Jakob Metz" userId="e0c0a912-23d2-41d9-99e6-1221418e65ab" providerId="ADAL" clId="{B49E003A-5E81-4E10-92CC-A4A92A2BB4A4}" dt="2025-04-30T10:06:01.657" v="558" actId="478"/>
          <ac:spMkLst>
            <pc:docMk/>
            <pc:sldMk cId="818447735" sldId="493"/>
            <ac:spMk id="4" creationId="{2D3ACBEF-F061-AF46-DCA2-B932E4C53DEA}"/>
          </ac:spMkLst>
        </pc:spChg>
        <pc:spChg chg="del">
          <ac:chgData name="Jakob Metz" userId="e0c0a912-23d2-41d9-99e6-1221418e65ab" providerId="ADAL" clId="{B49E003A-5E81-4E10-92CC-A4A92A2BB4A4}" dt="2025-04-30T10:06:01.657" v="558" actId="478"/>
          <ac:spMkLst>
            <pc:docMk/>
            <pc:sldMk cId="818447735" sldId="493"/>
            <ac:spMk id="5" creationId="{02C11A3F-6099-E420-E706-BAA3AB9AAACC}"/>
          </ac:spMkLst>
        </pc:spChg>
        <pc:spChg chg="del">
          <ac:chgData name="Jakob Metz" userId="e0c0a912-23d2-41d9-99e6-1221418e65ab" providerId="ADAL" clId="{B49E003A-5E81-4E10-92CC-A4A92A2BB4A4}" dt="2025-04-30T10:06:01.657" v="558" actId="478"/>
          <ac:spMkLst>
            <pc:docMk/>
            <pc:sldMk cId="818447735" sldId="493"/>
            <ac:spMk id="6" creationId="{621DFB8C-F8B7-8935-3E14-577CF48269C5}"/>
          </ac:spMkLst>
        </pc:spChg>
        <pc:spChg chg="del">
          <ac:chgData name="Jakob Metz" userId="e0c0a912-23d2-41d9-99e6-1221418e65ab" providerId="ADAL" clId="{B49E003A-5E81-4E10-92CC-A4A92A2BB4A4}" dt="2025-04-30T10:06:01.657" v="558" actId="478"/>
          <ac:spMkLst>
            <pc:docMk/>
            <pc:sldMk cId="818447735" sldId="493"/>
            <ac:spMk id="7" creationId="{F03C8150-369E-3303-7283-7FF8193B1F8D}"/>
          </ac:spMkLst>
        </pc:spChg>
        <pc:picChg chg="add mod">
          <ac:chgData name="Jakob Metz" userId="e0c0a912-23d2-41d9-99e6-1221418e65ab" providerId="ADAL" clId="{B49E003A-5E81-4E10-92CC-A4A92A2BB4A4}" dt="2025-04-30T10:06:04.046" v="559" actId="1076"/>
          <ac:picMkLst>
            <pc:docMk/>
            <pc:sldMk cId="818447735" sldId="493"/>
            <ac:picMk id="70" creationId="{81EB7CE3-AE6A-6A4A-8405-BEA259648A43}"/>
          </ac:picMkLst>
        </pc:picChg>
        <pc:picChg chg="add mod">
          <ac:chgData name="Jakob Metz" userId="e0c0a912-23d2-41d9-99e6-1221418e65ab" providerId="ADAL" clId="{B49E003A-5E81-4E10-92CC-A4A92A2BB4A4}" dt="2025-04-30T10:06:04.046" v="559" actId="1076"/>
          <ac:picMkLst>
            <pc:docMk/>
            <pc:sldMk cId="818447735" sldId="493"/>
            <ac:picMk id="71" creationId="{C3E778AD-FB01-A19B-BB49-32455830FA93}"/>
          </ac:picMkLst>
        </pc:picChg>
        <pc:picChg chg="add mod">
          <ac:chgData name="Jakob Metz" userId="e0c0a912-23d2-41d9-99e6-1221418e65ab" providerId="ADAL" clId="{B49E003A-5E81-4E10-92CC-A4A92A2BB4A4}" dt="2025-04-30T10:06:04.046" v="559" actId="1076"/>
          <ac:picMkLst>
            <pc:docMk/>
            <pc:sldMk cId="818447735" sldId="493"/>
            <ac:picMk id="72" creationId="{8A59A52C-2E96-EDC6-5146-3C0A50684CAE}"/>
          </ac:picMkLst>
        </pc:picChg>
        <pc:picChg chg="add mod">
          <ac:chgData name="Jakob Metz" userId="e0c0a912-23d2-41d9-99e6-1221418e65ab" providerId="ADAL" clId="{B49E003A-5E81-4E10-92CC-A4A92A2BB4A4}" dt="2025-04-30T10:06:04.046" v="559" actId="1076"/>
          <ac:picMkLst>
            <pc:docMk/>
            <pc:sldMk cId="818447735" sldId="493"/>
            <ac:picMk id="73" creationId="{8C268FD0-62F8-4410-EC81-551445ACDBA8}"/>
          </ac:picMkLst>
        </pc:picChg>
        <pc:picChg chg="add mod">
          <ac:chgData name="Jakob Metz" userId="e0c0a912-23d2-41d9-99e6-1221418e65ab" providerId="ADAL" clId="{B49E003A-5E81-4E10-92CC-A4A92A2BB4A4}" dt="2025-04-30T10:06:04.046" v="559" actId="1076"/>
          <ac:picMkLst>
            <pc:docMk/>
            <pc:sldMk cId="818447735" sldId="493"/>
            <ac:picMk id="74" creationId="{933F3379-B3DA-C8D7-206A-16C48A1B5A9B}"/>
          </ac:picMkLst>
        </pc:picChg>
        <pc:picChg chg="add mod">
          <ac:chgData name="Jakob Metz" userId="e0c0a912-23d2-41d9-99e6-1221418e65ab" providerId="ADAL" clId="{B49E003A-5E81-4E10-92CC-A4A92A2BB4A4}" dt="2025-04-30T10:06:04.046" v="559" actId="1076"/>
          <ac:picMkLst>
            <pc:docMk/>
            <pc:sldMk cId="818447735" sldId="493"/>
            <ac:picMk id="75" creationId="{5506FB46-1DB1-E977-E45E-B6C929E1CE40}"/>
          </ac:picMkLst>
        </pc:picChg>
        <pc:picChg chg="add mod">
          <ac:chgData name="Jakob Metz" userId="e0c0a912-23d2-41d9-99e6-1221418e65ab" providerId="ADAL" clId="{B49E003A-5E81-4E10-92CC-A4A92A2BB4A4}" dt="2025-04-30T10:06:04.046" v="559" actId="1076"/>
          <ac:picMkLst>
            <pc:docMk/>
            <pc:sldMk cId="818447735" sldId="493"/>
            <ac:picMk id="77" creationId="{3049ECC9-3028-8751-3361-B9232D9D1049}"/>
          </ac:picMkLst>
        </pc:picChg>
        <pc:picChg chg="add mod">
          <ac:chgData name="Jakob Metz" userId="e0c0a912-23d2-41d9-99e6-1221418e65ab" providerId="ADAL" clId="{B49E003A-5E81-4E10-92CC-A4A92A2BB4A4}" dt="2025-04-30T10:06:04.046" v="559" actId="1076"/>
          <ac:picMkLst>
            <pc:docMk/>
            <pc:sldMk cId="818447735" sldId="493"/>
            <ac:picMk id="78" creationId="{EE33097B-4928-B148-83D0-8DD37AF0A304}"/>
          </ac:picMkLst>
        </pc:picChg>
        <pc:picChg chg="add mod">
          <ac:chgData name="Jakob Metz" userId="e0c0a912-23d2-41d9-99e6-1221418e65ab" providerId="ADAL" clId="{B49E003A-5E81-4E10-92CC-A4A92A2BB4A4}" dt="2025-04-30T10:06:04.046" v="559" actId="1076"/>
          <ac:picMkLst>
            <pc:docMk/>
            <pc:sldMk cId="818447735" sldId="493"/>
            <ac:picMk id="80" creationId="{A23A4254-D1B8-6B94-1AD4-DE8CA45D60A1}"/>
          </ac:picMkLst>
        </pc:picChg>
        <pc:picChg chg="add mod">
          <ac:chgData name="Jakob Metz" userId="e0c0a912-23d2-41d9-99e6-1221418e65ab" providerId="ADAL" clId="{B49E003A-5E81-4E10-92CC-A4A92A2BB4A4}" dt="2025-04-30T10:06:04.046" v="559" actId="1076"/>
          <ac:picMkLst>
            <pc:docMk/>
            <pc:sldMk cId="818447735" sldId="493"/>
            <ac:picMk id="81" creationId="{2E785956-23AD-9670-8C5F-6486B98C2B1B}"/>
          </ac:picMkLst>
        </pc:picChg>
      </pc:sldChg>
      <pc:sldChg chg="add">
        <pc:chgData name="Jakob Metz" userId="e0c0a912-23d2-41d9-99e6-1221418e65ab" providerId="ADAL" clId="{B49E003A-5E81-4E10-92CC-A4A92A2BB4A4}" dt="2025-04-30T10:06:08.865" v="562"/>
        <pc:sldMkLst>
          <pc:docMk/>
          <pc:sldMk cId="4066009543" sldId="493"/>
        </pc:sldMkLst>
      </pc:sldChg>
      <pc:sldChg chg="addSp delSp modSp add mod">
        <pc:chgData name="Jakob Metz" userId="e0c0a912-23d2-41d9-99e6-1221418e65ab" providerId="ADAL" clId="{B49E003A-5E81-4E10-92CC-A4A92A2BB4A4}" dt="2025-04-30T10:17:33.147" v="886"/>
        <pc:sldMkLst>
          <pc:docMk/>
          <pc:sldMk cId="1423985078" sldId="494"/>
        </pc:sldMkLst>
        <pc:spChg chg="add mod">
          <ac:chgData name="Jakob Metz" userId="e0c0a912-23d2-41d9-99e6-1221418e65ab" providerId="ADAL" clId="{B49E003A-5E81-4E10-92CC-A4A92A2BB4A4}" dt="2025-04-30T10:17:22.656" v="884"/>
          <ac:spMkLst>
            <pc:docMk/>
            <pc:sldMk cId="1423985078" sldId="494"/>
            <ac:spMk id="2" creationId="{7E357453-8C6C-5C0F-DD40-8A8D36A6A899}"/>
          </ac:spMkLst>
        </pc:spChg>
        <pc:spChg chg="mod">
          <ac:chgData name="Jakob Metz" userId="e0c0a912-23d2-41d9-99e6-1221418e65ab" providerId="ADAL" clId="{B49E003A-5E81-4E10-92CC-A4A92A2BB4A4}" dt="2025-04-30T10:17:33.147" v="886"/>
          <ac:spMkLst>
            <pc:docMk/>
            <pc:sldMk cId="1423985078" sldId="494"/>
            <ac:spMk id="34" creationId="{2E46D4E8-1414-0EEA-DFFF-E014D0C2F17D}"/>
          </ac:spMkLst>
        </pc:spChg>
        <pc:spChg chg="del">
          <ac:chgData name="Jakob Metz" userId="e0c0a912-23d2-41d9-99e6-1221418e65ab" providerId="ADAL" clId="{B49E003A-5E81-4E10-92CC-A4A92A2BB4A4}" dt="2025-04-30T10:17:22.446" v="883" actId="478"/>
          <ac:spMkLst>
            <pc:docMk/>
            <pc:sldMk cId="1423985078" sldId="494"/>
            <ac:spMk id="40" creationId="{287DCEEF-B84D-6F8A-6F1E-356DA622F580}"/>
          </ac:spMkLst>
        </pc:spChg>
        <pc:spChg chg="mod">
          <ac:chgData name="Jakob Metz" userId="e0c0a912-23d2-41d9-99e6-1221418e65ab" providerId="ADAL" clId="{B49E003A-5E81-4E10-92CC-A4A92A2BB4A4}" dt="2025-04-30T10:17:29.546" v="885"/>
          <ac:spMkLst>
            <pc:docMk/>
            <pc:sldMk cId="1423985078" sldId="494"/>
            <ac:spMk id="50" creationId="{5D5CB7ED-2A72-C539-758C-AA03BEE7FAB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E2561-552C-8743-8715-A83871A15FCD}" type="datetimeFigureOut">
              <a:rPr lang="de-DE" smtClean="0"/>
              <a:t>29.04.2025</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33C8A2-A467-C346-B10F-527D284E93C7}" type="slidenum">
              <a:rPr lang="de-DE" smtClean="0"/>
              <a:t>‹Nr.›</a:t>
            </a:fld>
            <a:endParaRPr lang="de-DE"/>
          </a:p>
        </p:txBody>
      </p:sp>
    </p:spTree>
    <p:extLst>
      <p:ext uri="{BB962C8B-B14F-4D97-AF65-F5344CB8AC3E}">
        <p14:creationId xmlns:p14="http://schemas.microsoft.com/office/powerpoint/2010/main" val="510930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2933C8A2-A467-C346-B10F-527D284E93C7}" type="slidenum">
              <a:rPr lang="de-DE" smtClean="0"/>
              <a:t>7</a:t>
            </a:fld>
            <a:endParaRPr lang="de-DE"/>
          </a:p>
        </p:txBody>
      </p:sp>
    </p:spTree>
    <p:extLst>
      <p:ext uri="{BB962C8B-B14F-4D97-AF65-F5344CB8AC3E}">
        <p14:creationId xmlns:p14="http://schemas.microsoft.com/office/powerpoint/2010/main" val="2231791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2933C8A2-A467-C346-B10F-527D284E93C7}" type="slidenum">
              <a:rPr lang="de-DE" smtClean="0"/>
              <a:t>9</a:t>
            </a:fld>
            <a:endParaRPr lang="de-DE"/>
          </a:p>
        </p:txBody>
      </p:sp>
    </p:spTree>
    <p:extLst>
      <p:ext uri="{BB962C8B-B14F-4D97-AF65-F5344CB8AC3E}">
        <p14:creationId xmlns:p14="http://schemas.microsoft.com/office/powerpoint/2010/main" val="3449035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2933C8A2-A467-C346-B10F-527D284E93C7}" type="slidenum">
              <a:rPr lang="de-DE" smtClean="0"/>
              <a:t>10</a:t>
            </a:fld>
            <a:endParaRPr lang="de-DE"/>
          </a:p>
        </p:txBody>
      </p:sp>
    </p:spTree>
    <p:extLst>
      <p:ext uri="{BB962C8B-B14F-4D97-AF65-F5344CB8AC3E}">
        <p14:creationId xmlns:p14="http://schemas.microsoft.com/office/powerpoint/2010/main" val="3449035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_1_Partnerlogos">
    <p:spTree>
      <p:nvGrpSpPr>
        <p:cNvPr id="1" name=""/>
        <p:cNvGrpSpPr/>
        <p:nvPr/>
      </p:nvGrpSpPr>
      <p:grpSpPr>
        <a:xfrm>
          <a:off x="0" y="0"/>
          <a:ext cx="0" cy="0"/>
          <a:chOff x="0" y="0"/>
          <a:chExt cx="0" cy="0"/>
        </a:xfrm>
      </p:grpSpPr>
      <p:sp>
        <p:nvSpPr>
          <p:cNvPr id="14" name="Freihandform 13">
            <a:extLst>
              <a:ext uri="{FF2B5EF4-FFF2-40B4-BE49-F238E27FC236}">
                <a16:creationId xmlns:a16="http://schemas.microsoft.com/office/drawing/2014/main" id="{4236EEA1-E86B-F04A-8B49-3ED420F00378}"/>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6" name="Textplatzhalter 7">
            <a:extLst>
              <a:ext uri="{FF2B5EF4-FFF2-40B4-BE49-F238E27FC236}">
                <a16:creationId xmlns:a16="http://schemas.microsoft.com/office/drawing/2014/main" id="{138F6641-1E3C-7848-A3F1-71DA45931864}"/>
              </a:ext>
            </a:extLst>
          </p:cNvPr>
          <p:cNvSpPr>
            <a:spLocks noGrp="1"/>
          </p:cNvSpPr>
          <p:nvPr>
            <p:ph type="body" sz="quarter" idx="12" hasCustomPrompt="1"/>
          </p:nvPr>
        </p:nvSpPr>
        <p:spPr>
          <a:xfrm>
            <a:off x="575075" y="3603685"/>
            <a:ext cx="6529575" cy="381000"/>
          </a:xfrm>
        </p:spPr>
        <p:txBody>
          <a:bodyPr/>
          <a:lstStyle>
            <a:lvl1pPr marL="0" indent="0">
              <a:buNone/>
              <a:defRPr sz="3001">
                <a:solidFill>
                  <a:schemeClr val="tx2"/>
                </a:solidFill>
              </a:defRPr>
            </a:lvl1pPr>
          </a:lstStyle>
          <a:p>
            <a:pPr lvl="0"/>
            <a:r>
              <a:rPr lang="de-DE"/>
              <a:t>Untertitel</a:t>
            </a:r>
          </a:p>
        </p:txBody>
      </p:sp>
      <p:sp>
        <p:nvSpPr>
          <p:cNvPr id="8" name="Titel 1">
            <a:extLst>
              <a:ext uri="{FF2B5EF4-FFF2-40B4-BE49-F238E27FC236}">
                <a16:creationId xmlns:a16="http://schemas.microsoft.com/office/drawing/2014/main" id="{A2D5F590-DF9F-164E-9463-C9E192B1CA03}"/>
              </a:ext>
            </a:extLst>
          </p:cNvPr>
          <p:cNvSpPr>
            <a:spLocks noGrp="1"/>
          </p:cNvSpPr>
          <p:nvPr>
            <p:ph type="title" hasCustomPrompt="1"/>
          </p:nvPr>
        </p:nvSpPr>
        <p:spPr>
          <a:xfrm>
            <a:off x="575076" y="1869706"/>
            <a:ext cx="4887515" cy="411992"/>
          </a:xfrm>
        </p:spPr>
        <p:txBody>
          <a:bodyPr/>
          <a:lstStyle>
            <a:lvl1pPr>
              <a:lnSpc>
                <a:spcPts val="4000"/>
              </a:lnSpc>
              <a:defRPr sz="4000"/>
            </a:lvl1pPr>
          </a:lstStyle>
          <a:p>
            <a:r>
              <a:rPr lang="de-DE"/>
              <a:t>Überschrift</a:t>
            </a:r>
            <a:br>
              <a:rPr lang="de-DE"/>
            </a:br>
            <a:endParaRPr lang="de-DE"/>
          </a:p>
        </p:txBody>
      </p:sp>
      <p:sp>
        <p:nvSpPr>
          <p:cNvPr id="11" name="Textplatzhalter 5">
            <a:extLst>
              <a:ext uri="{FF2B5EF4-FFF2-40B4-BE49-F238E27FC236}">
                <a16:creationId xmlns:a16="http://schemas.microsoft.com/office/drawing/2014/main" id="{11768A67-B646-A842-B2D1-0454D91E2E5E}"/>
              </a:ext>
            </a:extLst>
          </p:cNvPr>
          <p:cNvSpPr>
            <a:spLocks noGrp="1"/>
          </p:cNvSpPr>
          <p:nvPr>
            <p:ph type="body" sz="quarter" idx="13" hasCustomPrompt="1"/>
          </p:nvPr>
        </p:nvSpPr>
        <p:spPr>
          <a:xfrm>
            <a:off x="575074" y="2384795"/>
            <a:ext cx="5454254" cy="841375"/>
          </a:xfrm>
        </p:spPr>
        <p:txBody>
          <a:bodyPr/>
          <a:lstStyle>
            <a:lvl1pPr marL="0" indent="0">
              <a:buNone/>
              <a:defRPr sz="4000">
                <a:solidFill>
                  <a:schemeClr val="accent1">
                    <a:lumMod val="40000"/>
                    <a:lumOff val="60000"/>
                  </a:schemeClr>
                </a:solidFill>
              </a:defRPr>
            </a:lvl1pPr>
          </a:lstStyle>
          <a:p>
            <a:pPr lvl="0"/>
            <a:r>
              <a:rPr lang="de-DE"/>
              <a:t>Unterüberschrift</a:t>
            </a:r>
          </a:p>
        </p:txBody>
      </p:sp>
      <p:sp>
        <p:nvSpPr>
          <p:cNvPr id="12" name="Textplatzhalter 7">
            <a:extLst>
              <a:ext uri="{FF2B5EF4-FFF2-40B4-BE49-F238E27FC236}">
                <a16:creationId xmlns:a16="http://schemas.microsoft.com/office/drawing/2014/main" id="{0D24A6CA-9469-FF45-A638-B10CEA2A0969}"/>
              </a:ext>
            </a:extLst>
          </p:cNvPr>
          <p:cNvSpPr>
            <a:spLocks noGrp="1"/>
          </p:cNvSpPr>
          <p:nvPr>
            <p:ph type="body" sz="quarter" idx="14" hasCustomPrompt="1"/>
          </p:nvPr>
        </p:nvSpPr>
        <p:spPr>
          <a:xfrm>
            <a:off x="575075" y="4091321"/>
            <a:ext cx="6331055" cy="381000"/>
          </a:xfrm>
        </p:spPr>
        <p:txBody>
          <a:bodyPr/>
          <a:lstStyle>
            <a:lvl1pPr marL="0" indent="0">
              <a:buNone/>
              <a:defRPr sz="3001">
                <a:solidFill>
                  <a:schemeClr val="accent1">
                    <a:lumMod val="40000"/>
                    <a:lumOff val="60000"/>
                  </a:schemeClr>
                </a:solidFill>
              </a:defRPr>
            </a:lvl1pPr>
          </a:lstStyle>
          <a:p>
            <a:pPr lvl="0"/>
            <a:r>
              <a:rPr lang="de-DE"/>
              <a:t>Unterzeile</a:t>
            </a:r>
          </a:p>
        </p:txBody>
      </p:sp>
    </p:spTree>
    <p:extLst>
      <p:ext uri="{BB962C8B-B14F-4D97-AF65-F5344CB8AC3E}">
        <p14:creationId xmlns:p14="http://schemas.microsoft.com/office/powerpoint/2010/main" val="2502236375"/>
      </p:ext>
    </p:extLst>
  </p:cSld>
  <p:clrMapOvr>
    <a:masterClrMapping/>
  </p:clrMapOvr>
  <p:extLst>
    <p:ext uri="{DCECCB84-F9BA-43D5-87BE-67443E8EF086}">
      <p15:sldGuideLst xmlns:p15="http://schemas.microsoft.com/office/powerpoint/2012/main">
        <p15:guide id="1" orient="horz" pos="1525" userDrawn="1">
          <p15:clr>
            <a:srgbClr val="A4A3A4"/>
          </p15:clr>
        </p15:guide>
        <p15:guide id="2" pos="498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_3_Partnerlogos">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9" name="Textplatzhalter 7">
            <a:extLst>
              <a:ext uri="{FF2B5EF4-FFF2-40B4-BE49-F238E27FC236}">
                <a16:creationId xmlns:a16="http://schemas.microsoft.com/office/drawing/2014/main" id="{64EAE454-369E-A94B-9C17-909A079D585F}"/>
              </a:ext>
            </a:extLst>
          </p:cNvPr>
          <p:cNvSpPr>
            <a:spLocks noGrp="1"/>
          </p:cNvSpPr>
          <p:nvPr>
            <p:ph type="body" sz="quarter" idx="12" hasCustomPrompt="1"/>
          </p:nvPr>
        </p:nvSpPr>
        <p:spPr>
          <a:xfrm>
            <a:off x="575074" y="3604745"/>
            <a:ext cx="6517544" cy="381000"/>
          </a:xfrm>
        </p:spPr>
        <p:txBody>
          <a:bodyPr/>
          <a:lstStyle>
            <a:lvl1pPr marL="0" indent="0">
              <a:buNone/>
              <a:defRPr sz="3001">
                <a:solidFill>
                  <a:schemeClr val="accent1"/>
                </a:solidFill>
              </a:defRPr>
            </a:lvl1pPr>
          </a:lstStyle>
          <a:p>
            <a:pPr lvl="0"/>
            <a:r>
              <a:rPr lang="de-DE"/>
              <a:t>Untertitel</a:t>
            </a:r>
          </a:p>
        </p:txBody>
      </p:sp>
      <p:sp>
        <p:nvSpPr>
          <p:cNvPr id="15" name="Titel 1">
            <a:extLst>
              <a:ext uri="{FF2B5EF4-FFF2-40B4-BE49-F238E27FC236}">
                <a16:creationId xmlns:a16="http://schemas.microsoft.com/office/drawing/2014/main" id="{7BA08FBC-0D83-D645-A027-C1548BF3E6F7}"/>
              </a:ext>
            </a:extLst>
          </p:cNvPr>
          <p:cNvSpPr>
            <a:spLocks noGrp="1"/>
          </p:cNvSpPr>
          <p:nvPr>
            <p:ph type="title" hasCustomPrompt="1"/>
          </p:nvPr>
        </p:nvSpPr>
        <p:spPr>
          <a:xfrm>
            <a:off x="575076" y="2133600"/>
            <a:ext cx="4887515" cy="411992"/>
          </a:xfrm>
        </p:spPr>
        <p:txBody>
          <a:bodyPr/>
          <a:lstStyle>
            <a:lvl1pPr>
              <a:lnSpc>
                <a:spcPts val="4000"/>
              </a:lnSpc>
              <a:defRPr sz="4000">
                <a:solidFill>
                  <a:schemeClr val="accent1"/>
                </a:solidFill>
              </a:defRPr>
            </a:lvl1pPr>
          </a:lstStyle>
          <a:p>
            <a:r>
              <a:rPr lang="de-DE"/>
              <a:t>Überschrift</a:t>
            </a:r>
            <a:br>
              <a:rPr lang="de-DE"/>
            </a:br>
            <a:endParaRPr lang="de-DE"/>
          </a:p>
        </p:txBody>
      </p:sp>
      <p:sp>
        <p:nvSpPr>
          <p:cNvPr id="16" name="Textplatzhalter 5">
            <a:extLst>
              <a:ext uri="{FF2B5EF4-FFF2-40B4-BE49-F238E27FC236}">
                <a16:creationId xmlns:a16="http://schemas.microsoft.com/office/drawing/2014/main" id="{CE18E37D-2F0E-E640-A264-4980AC438381}"/>
              </a:ext>
            </a:extLst>
          </p:cNvPr>
          <p:cNvSpPr>
            <a:spLocks noGrp="1"/>
          </p:cNvSpPr>
          <p:nvPr>
            <p:ph type="body" sz="quarter" idx="13" hasCustomPrompt="1"/>
          </p:nvPr>
        </p:nvSpPr>
        <p:spPr>
          <a:xfrm>
            <a:off x="575074" y="2648689"/>
            <a:ext cx="5454254" cy="841375"/>
          </a:xfrm>
        </p:spPr>
        <p:txBody>
          <a:bodyPr/>
          <a:lstStyle>
            <a:lvl1pPr marL="0" indent="0">
              <a:buNone/>
              <a:defRPr sz="4000">
                <a:solidFill>
                  <a:schemeClr val="bg1"/>
                </a:solidFill>
              </a:defRPr>
            </a:lvl1pPr>
          </a:lstStyle>
          <a:p>
            <a:pPr lvl="0"/>
            <a:r>
              <a:rPr lang="de-DE"/>
              <a:t>Unterüberschrift</a:t>
            </a:r>
          </a:p>
        </p:txBody>
      </p:sp>
      <p:sp>
        <p:nvSpPr>
          <p:cNvPr id="17" name="Textplatzhalter 7">
            <a:extLst>
              <a:ext uri="{FF2B5EF4-FFF2-40B4-BE49-F238E27FC236}">
                <a16:creationId xmlns:a16="http://schemas.microsoft.com/office/drawing/2014/main" id="{4E307E53-8811-2740-8758-CD7163A78E59}"/>
              </a:ext>
            </a:extLst>
          </p:cNvPr>
          <p:cNvSpPr>
            <a:spLocks noGrp="1"/>
          </p:cNvSpPr>
          <p:nvPr>
            <p:ph type="body" sz="quarter" idx="14" hasCustomPrompt="1"/>
          </p:nvPr>
        </p:nvSpPr>
        <p:spPr>
          <a:xfrm>
            <a:off x="575072" y="4092381"/>
            <a:ext cx="6355119" cy="381000"/>
          </a:xfrm>
        </p:spPr>
        <p:txBody>
          <a:bodyPr/>
          <a:lstStyle>
            <a:lvl1pPr marL="0" indent="0">
              <a:buNone/>
              <a:defRPr sz="3001">
                <a:solidFill>
                  <a:schemeClr val="bg1"/>
                </a:solidFill>
              </a:defRPr>
            </a:lvl1pPr>
          </a:lstStyle>
          <a:p>
            <a:pPr lvl="0"/>
            <a:r>
              <a:rPr lang="de-DE"/>
              <a:t>Unterzeile</a:t>
            </a:r>
          </a:p>
        </p:txBody>
      </p:sp>
    </p:spTree>
    <p:extLst>
      <p:ext uri="{BB962C8B-B14F-4D97-AF65-F5344CB8AC3E}">
        <p14:creationId xmlns:p14="http://schemas.microsoft.com/office/powerpoint/2010/main" val="1205092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_Agenda">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2" name="Titel 1">
            <a:extLst>
              <a:ext uri="{FF2B5EF4-FFF2-40B4-BE49-F238E27FC236}">
                <a16:creationId xmlns:a16="http://schemas.microsoft.com/office/drawing/2014/main" id="{FAC25E14-9796-E241-A0C0-4028B0A5706F}"/>
              </a:ext>
            </a:extLst>
          </p:cNvPr>
          <p:cNvSpPr>
            <a:spLocks noGrp="1"/>
          </p:cNvSpPr>
          <p:nvPr>
            <p:ph type="title" hasCustomPrompt="1"/>
          </p:nvPr>
        </p:nvSpPr>
        <p:spPr>
          <a:xfrm>
            <a:off x="575072" y="836615"/>
            <a:ext cx="7561659" cy="647700"/>
          </a:xfrm>
        </p:spPr>
        <p:txBody>
          <a:bodyPr/>
          <a:lstStyle>
            <a:lvl1pPr algn="l">
              <a:lnSpc>
                <a:spcPts val="4701"/>
              </a:lnSpc>
              <a:defRPr sz="4000">
                <a:solidFill>
                  <a:schemeClr val="accent1"/>
                </a:solidFill>
              </a:defRPr>
            </a:lvl1pPr>
          </a:lstStyle>
          <a:p>
            <a:r>
              <a:rPr lang="de-DE"/>
              <a:t>Inhalt oder Agenda</a:t>
            </a:r>
          </a:p>
        </p:txBody>
      </p:sp>
      <p:sp>
        <p:nvSpPr>
          <p:cNvPr id="9" name="Textplatzhalter 8">
            <a:extLst>
              <a:ext uri="{FF2B5EF4-FFF2-40B4-BE49-F238E27FC236}">
                <a16:creationId xmlns:a16="http://schemas.microsoft.com/office/drawing/2014/main" id="{4AE93663-084E-9246-81FA-441258217615}"/>
              </a:ext>
            </a:extLst>
          </p:cNvPr>
          <p:cNvSpPr>
            <a:spLocks noGrp="1"/>
          </p:cNvSpPr>
          <p:nvPr>
            <p:ph type="body" sz="quarter" idx="10"/>
          </p:nvPr>
        </p:nvSpPr>
        <p:spPr>
          <a:xfrm>
            <a:off x="575076" y="1844681"/>
            <a:ext cx="4887515" cy="4500563"/>
          </a:xfrm>
        </p:spPr>
        <p:txBody>
          <a:bodyPr/>
          <a:lstStyle>
            <a:lvl1pPr>
              <a:defRPr>
                <a:solidFill>
                  <a:schemeClr val="accent1"/>
                </a:solidFill>
              </a:defRPr>
            </a:lvl1pPr>
            <a:lvl2pPr>
              <a:buClr>
                <a:schemeClr val="accent1">
                  <a:lumMod val="40000"/>
                  <a:lumOff val="60000"/>
                </a:schemeClr>
              </a:buClr>
              <a:defRPr>
                <a:solidFill>
                  <a:schemeClr val="accent1">
                    <a:lumMod val="40000"/>
                    <a:lumOff val="60000"/>
                  </a:schemeClr>
                </a:solidFill>
              </a:defRPr>
            </a:lvl2pPr>
            <a:lvl3pPr>
              <a:buClr>
                <a:schemeClr val="accent1">
                  <a:lumMod val="40000"/>
                  <a:lumOff val="60000"/>
                </a:schemeClr>
              </a:buClr>
              <a:defRPr>
                <a:solidFill>
                  <a:schemeClr val="accent1">
                    <a:lumMod val="40000"/>
                    <a:lumOff val="60000"/>
                  </a:schemeClr>
                </a:solidFill>
              </a:defRPr>
            </a:lvl3pPr>
            <a:lvl4pPr>
              <a:buClr>
                <a:schemeClr val="accent1">
                  <a:lumMod val="40000"/>
                  <a:lumOff val="60000"/>
                </a:schemeClr>
              </a:buClr>
              <a:defRPr>
                <a:solidFill>
                  <a:schemeClr val="accent1">
                    <a:lumMod val="40000"/>
                    <a:lumOff val="60000"/>
                  </a:schemeClr>
                </a:solidFill>
              </a:defRPr>
            </a:lvl4pPr>
            <a:lvl5pPr>
              <a:buClr>
                <a:schemeClr val="accent1">
                  <a:lumMod val="40000"/>
                  <a:lumOff val="60000"/>
                </a:schemeClr>
              </a:buClr>
              <a:defRPr>
                <a:solidFill>
                  <a:schemeClr val="accent1">
                    <a:lumMod val="40000"/>
                    <a:lumOff val="60000"/>
                  </a:schemeClr>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60809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_Agenda_2">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2" name="Titel 1">
            <a:extLst>
              <a:ext uri="{FF2B5EF4-FFF2-40B4-BE49-F238E27FC236}">
                <a16:creationId xmlns:a16="http://schemas.microsoft.com/office/drawing/2014/main" id="{FAC25E14-9796-E241-A0C0-4028B0A5706F}"/>
              </a:ext>
            </a:extLst>
          </p:cNvPr>
          <p:cNvSpPr>
            <a:spLocks noGrp="1"/>
          </p:cNvSpPr>
          <p:nvPr>
            <p:ph type="title" hasCustomPrompt="1"/>
          </p:nvPr>
        </p:nvSpPr>
        <p:spPr>
          <a:xfrm>
            <a:off x="575072" y="836615"/>
            <a:ext cx="7561659" cy="647700"/>
          </a:xfrm>
        </p:spPr>
        <p:txBody>
          <a:bodyPr/>
          <a:lstStyle>
            <a:lvl1pPr algn="l">
              <a:lnSpc>
                <a:spcPts val="4701"/>
              </a:lnSpc>
              <a:defRPr sz="4000">
                <a:solidFill>
                  <a:schemeClr val="tx2"/>
                </a:solidFill>
              </a:defRPr>
            </a:lvl1pPr>
          </a:lstStyle>
          <a:p>
            <a:r>
              <a:rPr lang="de-DE"/>
              <a:t>Inhalt oder Agenda</a:t>
            </a:r>
          </a:p>
        </p:txBody>
      </p:sp>
      <p:sp>
        <p:nvSpPr>
          <p:cNvPr id="9" name="Textplatzhalter 8">
            <a:extLst>
              <a:ext uri="{FF2B5EF4-FFF2-40B4-BE49-F238E27FC236}">
                <a16:creationId xmlns:a16="http://schemas.microsoft.com/office/drawing/2014/main" id="{4AE93663-084E-9246-81FA-441258217615}"/>
              </a:ext>
            </a:extLst>
          </p:cNvPr>
          <p:cNvSpPr>
            <a:spLocks noGrp="1"/>
          </p:cNvSpPr>
          <p:nvPr>
            <p:ph type="body" sz="quarter" idx="10"/>
          </p:nvPr>
        </p:nvSpPr>
        <p:spPr>
          <a:xfrm>
            <a:off x="575076" y="1844681"/>
            <a:ext cx="4887515" cy="4500563"/>
          </a:xfrm>
        </p:spPr>
        <p:txBody>
          <a:bodyPr/>
          <a:lstStyle>
            <a:lvl1pPr>
              <a:buClr>
                <a:schemeClr val="tx2"/>
              </a:buClr>
              <a:defRPr>
                <a:solidFill>
                  <a:schemeClr val="tx2"/>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831627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_Agenda_3">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2" name="Titel 1">
            <a:extLst>
              <a:ext uri="{FF2B5EF4-FFF2-40B4-BE49-F238E27FC236}">
                <a16:creationId xmlns:a16="http://schemas.microsoft.com/office/drawing/2014/main" id="{FAC25E14-9796-E241-A0C0-4028B0A5706F}"/>
              </a:ext>
            </a:extLst>
          </p:cNvPr>
          <p:cNvSpPr>
            <a:spLocks noGrp="1"/>
          </p:cNvSpPr>
          <p:nvPr>
            <p:ph type="title" hasCustomPrompt="1"/>
          </p:nvPr>
        </p:nvSpPr>
        <p:spPr>
          <a:xfrm>
            <a:off x="575072" y="836615"/>
            <a:ext cx="7561659" cy="647700"/>
          </a:xfrm>
        </p:spPr>
        <p:txBody>
          <a:bodyPr/>
          <a:lstStyle>
            <a:lvl1pPr algn="l">
              <a:lnSpc>
                <a:spcPts val="4701"/>
              </a:lnSpc>
              <a:defRPr sz="4000">
                <a:solidFill>
                  <a:schemeClr val="tx2"/>
                </a:solidFill>
              </a:defRPr>
            </a:lvl1pPr>
          </a:lstStyle>
          <a:p>
            <a:r>
              <a:rPr lang="de-DE"/>
              <a:t>Inhalt oder Agenda</a:t>
            </a:r>
          </a:p>
        </p:txBody>
      </p:sp>
      <p:sp>
        <p:nvSpPr>
          <p:cNvPr id="9" name="Textplatzhalter 8">
            <a:extLst>
              <a:ext uri="{FF2B5EF4-FFF2-40B4-BE49-F238E27FC236}">
                <a16:creationId xmlns:a16="http://schemas.microsoft.com/office/drawing/2014/main" id="{4AE93663-084E-9246-81FA-441258217615}"/>
              </a:ext>
            </a:extLst>
          </p:cNvPr>
          <p:cNvSpPr>
            <a:spLocks noGrp="1"/>
          </p:cNvSpPr>
          <p:nvPr>
            <p:ph type="body" sz="quarter" idx="10"/>
          </p:nvPr>
        </p:nvSpPr>
        <p:spPr>
          <a:xfrm>
            <a:off x="575076" y="1844681"/>
            <a:ext cx="4887515" cy="4500563"/>
          </a:xfrm>
        </p:spPr>
        <p:txBody>
          <a:bodyPr/>
          <a:lstStyle>
            <a:lvl1pPr>
              <a:buClr>
                <a:schemeClr val="tx2"/>
              </a:buClr>
              <a:defRPr>
                <a:solidFill>
                  <a:schemeClr val="tx2"/>
                </a:solidFill>
              </a:defRPr>
            </a:lvl1pPr>
            <a:lvl2pPr>
              <a:buClr>
                <a:schemeClr val="accent1">
                  <a:lumMod val="40000"/>
                  <a:lumOff val="60000"/>
                </a:schemeClr>
              </a:buClr>
              <a:defRPr>
                <a:solidFill>
                  <a:schemeClr val="accent1">
                    <a:lumMod val="40000"/>
                    <a:lumOff val="60000"/>
                  </a:schemeClr>
                </a:solidFill>
              </a:defRPr>
            </a:lvl2pPr>
            <a:lvl3pPr>
              <a:buClr>
                <a:schemeClr val="accent1">
                  <a:lumMod val="40000"/>
                  <a:lumOff val="60000"/>
                </a:schemeClr>
              </a:buClr>
              <a:defRPr>
                <a:solidFill>
                  <a:schemeClr val="accent1">
                    <a:lumMod val="40000"/>
                    <a:lumOff val="60000"/>
                  </a:schemeClr>
                </a:solidFill>
              </a:defRPr>
            </a:lvl3pPr>
            <a:lvl4pPr>
              <a:buClr>
                <a:schemeClr val="accent1">
                  <a:lumMod val="40000"/>
                  <a:lumOff val="60000"/>
                </a:schemeClr>
              </a:buClr>
              <a:defRPr>
                <a:solidFill>
                  <a:schemeClr val="accent1">
                    <a:lumMod val="40000"/>
                    <a:lumOff val="60000"/>
                  </a:schemeClr>
                </a:solidFill>
              </a:defRPr>
            </a:lvl4pPr>
            <a:lvl5pPr>
              <a:buClr>
                <a:schemeClr val="accent1">
                  <a:lumMod val="40000"/>
                  <a:lumOff val="60000"/>
                </a:schemeClr>
              </a:buClr>
              <a:defRPr>
                <a:solidFill>
                  <a:schemeClr val="accent1">
                    <a:lumMod val="40000"/>
                    <a:lumOff val="60000"/>
                  </a:schemeClr>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68011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6306DEB4-93D9-404F-AAF4-ADADB04F3F0F}"/>
              </a:ext>
            </a:extLst>
          </p:cNvPr>
          <p:cNvSpPr/>
          <p:nvPr userDrawn="1"/>
        </p:nvSpPr>
        <p:spPr>
          <a:xfrm>
            <a:off x="116683" y="152400"/>
            <a:ext cx="810000" cy="108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2" name="Oval 11">
            <a:extLst>
              <a:ext uri="{FF2B5EF4-FFF2-40B4-BE49-F238E27FC236}">
                <a16:creationId xmlns:a16="http://schemas.microsoft.com/office/drawing/2014/main" id="{2ADB6DFC-4785-A044-8DB7-851FD44D7F91}"/>
              </a:ext>
            </a:extLst>
          </p:cNvPr>
          <p:cNvSpPr/>
          <p:nvPr userDrawn="1"/>
        </p:nvSpPr>
        <p:spPr>
          <a:xfrm>
            <a:off x="4167863" y="1751988"/>
            <a:ext cx="3564000" cy="475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3" name="Oval 12">
            <a:extLst>
              <a:ext uri="{FF2B5EF4-FFF2-40B4-BE49-F238E27FC236}">
                <a16:creationId xmlns:a16="http://schemas.microsoft.com/office/drawing/2014/main" id="{1DE89BEC-F84C-FD4D-8038-415E98B18A35}"/>
              </a:ext>
            </a:extLst>
          </p:cNvPr>
          <p:cNvSpPr/>
          <p:nvPr userDrawn="1"/>
        </p:nvSpPr>
        <p:spPr>
          <a:xfrm>
            <a:off x="935286" y="836618"/>
            <a:ext cx="3075724" cy="410096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4" name="Titel 1">
            <a:extLst>
              <a:ext uri="{FF2B5EF4-FFF2-40B4-BE49-F238E27FC236}">
                <a16:creationId xmlns:a16="http://schemas.microsoft.com/office/drawing/2014/main" id="{54EAC57D-CF09-C344-92D8-EA5C2952073E}"/>
              </a:ext>
            </a:extLst>
          </p:cNvPr>
          <p:cNvSpPr>
            <a:spLocks noGrp="1"/>
          </p:cNvSpPr>
          <p:nvPr>
            <p:ph type="title" hasCustomPrompt="1"/>
          </p:nvPr>
        </p:nvSpPr>
        <p:spPr>
          <a:xfrm>
            <a:off x="935285" y="2475852"/>
            <a:ext cx="3037623" cy="822497"/>
          </a:xfrm>
        </p:spPr>
        <p:txBody>
          <a:bodyPr/>
          <a:lstStyle>
            <a:lvl1pPr algn="ctr">
              <a:lnSpc>
                <a:spcPct val="90000"/>
              </a:lnSpc>
              <a:defRPr sz="3001"/>
            </a:lvl1pPr>
          </a:lstStyle>
          <a:p>
            <a:r>
              <a:rPr lang="de-DE"/>
              <a:t>Vielen Dank für Ihre </a:t>
            </a:r>
            <a:br>
              <a:rPr lang="de-DE"/>
            </a:br>
            <a:r>
              <a:rPr lang="de-DE"/>
              <a:t>Aufmerksamkeit.</a:t>
            </a:r>
          </a:p>
        </p:txBody>
      </p:sp>
      <p:sp>
        <p:nvSpPr>
          <p:cNvPr id="18" name="Textplatzhalter 8">
            <a:extLst>
              <a:ext uri="{FF2B5EF4-FFF2-40B4-BE49-F238E27FC236}">
                <a16:creationId xmlns:a16="http://schemas.microsoft.com/office/drawing/2014/main" id="{4079806A-C21E-B849-B24D-546AFB0379BF}"/>
              </a:ext>
            </a:extLst>
          </p:cNvPr>
          <p:cNvSpPr>
            <a:spLocks noGrp="1"/>
          </p:cNvSpPr>
          <p:nvPr>
            <p:ph type="body" sz="quarter" idx="11" hasCustomPrompt="1"/>
          </p:nvPr>
        </p:nvSpPr>
        <p:spPr>
          <a:xfrm>
            <a:off x="4464160" y="3956961"/>
            <a:ext cx="3009560" cy="1415143"/>
          </a:xfrm>
        </p:spPr>
        <p:txBody>
          <a:bodyPr/>
          <a:lstStyle>
            <a:lvl1pPr>
              <a:lnSpc>
                <a:spcPts val="2201"/>
              </a:lnSpc>
              <a:buFontTx/>
              <a:buNone/>
              <a:defRPr lang="de-DE" sz="1801" smtClean="0">
                <a:solidFill>
                  <a:schemeClr val="bg1"/>
                </a:solidFill>
                <a:effectLst/>
              </a:defRPr>
            </a:lvl1pPr>
            <a:lvl2pPr>
              <a:buFontTx/>
              <a:buNone/>
              <a:defRPr sz="2400"/>
            </a:lvl2pPr>
            <a:lvl3pPr>
              <a:buFontTx/>
              <a:buNone/>
              <a:defRPr sz="2400"/>
            </a:lvl3pPr>
            <a:lvl4pPr>
              <a:buFontTx/>
              <a:buNone/>
              <a:defRPr sz="2400"/>
            </a:lvl4pPr>
            <a:lvl5pPr>
              <a:buFontTx/>
              <a:buNone/>
              <a:defRPr sz="2400"/>
            </a:lvl5pPr>
          </a:lstStyle>
          <a:p>
            <a:r>
              <a:rPr lang="de-DE">
                <a:effectLst/>
                <a:latin typeface="Calibri" panose="020F0502020204030204" pitchFamily="34" charset="0"/>
              </a:rPr>
              <a:t>Kontaktdaten</a:t>
            </a:r>
          </a:p>
          <a:p>
            <a:r>
              <a:rPr lang="de-DE">
                <a:solidFill>
                  <a:srgbClr val="93C120"/>
                </a:solidFill>
                <a:effectLst/>
                <a:latin typeface="Calibri" panose="020F0502020204030204" pitchFamily="34" charset="0"/>
              </a:rPr>
              <a:t> </a:t>
            </a:r>
          </a:p>
        </p:txBody>
      </p:sp>
      <p:sp>
        <p:nvSpPr>
          <p:cNvPr id="19" name="Textplatzhalter 18">
            <a:extLst>
              <a:ext uri="{FF2B5EF4-FFF2-40B4-BE49-F238E27FC236}">
                <a16:creationId xmlns:a16="http://schemas.microsoft.com/office/drawing/2014/main" id="{F5D0E124-755C-074B-858D-6C9261FB3614}"/>
              </a:ext>
            </a:extLst>
          </p:cNvPr>
          <p:cNvSpPr>
            <a:spLocks noGrp="1"/>
          </p:cNvSpPr>
          <p:nvPr>
            <p:ph type="body" sz="quarter" idx="12" hasCustomPrompt="1"/>
          </p:nvPr>
        </p:nvSpPr>
        <p:spPr>
          <a:xfrm>
            <a:off x="4464330" y="2919419"/>
            <a:ext cx="3009900" cy="722731"/>
          </a:xfrm>
        </p:spPr>
        <p:txBody>
          <a:bodyPr/>
          <a:lstStyle>
            <a:lvl1pPr marL="228598" marR="0" indent="-228598" algn="l" defTabSz="914388" rtl="0" eaLnBrk="1" fontAlgn="auto" latinLnBrk="0" hangingPunct="1">
              <a:lnSpc>
                <a:spcPct val="90000"/>
              </a:lnSpc>
              <a:spcBef>
                <a:spcPts val="1001"/>
              </a:spcBef>
              <a:spcAft>
                <a:spcPts val="0"/>
              </a:spcAft>
              <a:buClr>
                <a:schemeClr val="accent1"/>
              </a:buClr>
              <a:buSzPct val="100000"/>
              <a:buFontTx/>
              <a:buNone/>
              <a:tabLst/>
              <a:defRPr sz="1801">
                <a:solidFill>
                  <a:schemeClr val="accent1"/>
                </a:solidFill>
              </a:defRPr>
            </a:lvl1pPr>
            <a:lvl2pPr>
              <a:buFontTx/>
              <a:buNone/>
              <a:defRPr/>
            </a:lvl2pPr>
            <a:lvl3pPr>
              <a:buFontTx/>
              <a:buNone/>
              <a:defRPr/>
            </a:lvl3pPr>
            <a:lvl4pPr>
              <a:buFontTx/>
              <a:buNone/>
              <a:defRPr/>
            </a:lvl4pPr>
            <a:lvl5pPr>
              <a:buFontTx/>
              <a:buNone/>
              <a:defRPr/>
            </a:lvl5pPr>
          </a:lstStyle>
          <a:p>
            <a:pPr lvl="0"/>
            <a:r>
              <a:rPr lang="de-DE"/>
              <a:t>Name(</a:t>
            </a:r>
            <a:r>
              <a:rPr lang="de-DE" err="1"/>
              <a:t>n</a:t>
            </a:r>
            <a:r>
              <a:rPr lang="de-DE"/>
              <a:t>) </a:t>
            </a:r>
            <a:r>
              <a:rPr lang="de-DE" err="1"/>
              <a:t>AutorIn</a:t>
            </a:r>
            <a:r>
              <a:rPr lang="de-DE"/>
              <a:t>(</a:t>
            </a:r>
            <a:r>
              <a:rPr lang="de-DE" err="1"/>
              <a:t>nen</a:t>
            </a:r>
            <a:r>
              <a:rPr lang="de-DE"/>
              <a:t>)</a:t>
            </a:r>
          </a:p>
          <a:p>
            <a:pPr lvl="0"/>
            <a:endParaRPr lang="de-DE"/>
          </a:p>
        </p:txBody>
      </p:sp>
    </p:spTree>
    <p:extLst>
      <p:ext uri="{BB962C8B-B14F-4D97-AF65-F5344CB8AC3E}">
        <p14:creationId xmlns:p14="http://schemas.microsoft.com/office/powerpoint/2010/main" val="3372351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ischentitel_1">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EA1F70C-3E3C-4E86-8DEC-C5A8AB657099}"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Freihandform 5">
            <a:extLst>
              <a:ext uri="{FF2B5EF4-FFF2-40B4-BE49-F238E27FC236}">
                <a16:creationId xmlns:a16="http://schemas.microsoft.com/office/drawing/2014/main" id="{4B3CCE75-8F4D-2B4A-A0E3-A25BFFCABD06}"/>
              </a:ext>
            </a:extLst>
          </p:cNvPr>
          <p:cNvSpPr/>
          <p:nvPr userDrawn="1"/>
        </p:nvSpPr>
        <p:spPr>
          <a:xfrm>
            <a:off x="3" y="0"/>
            <a:ext cx="6354367" cy="5697538"/>
          </a:xfrm>
          <a:custGeom>
            <a:avLst/>
            <a:gdLst>
              <a:gd name="connsiteX0" fmla="*/ 0 w 8472488"/>
              <a:gd name="connsiteY0" fmla="*/ 0 h 5697538"/>
              <a:gd name="connsiteX1" fmla="*/ 8416253 w 8472488"/>
              <a:gd name="connsiteY1" fmla="*/ 0 h 5697538"/>
              <a:gd name="connsiteX2" fmla="*/ 8446932 w 8472488"/>
              <a:gd name="connsiteY2" fmla="*/ 241429 h 5697538"/>
              <a:gd name="connsiteX3" fmla="*/ 8472488 w 8472488"/>
              <a:gd name="connsiteY3" fmla="*/ 747538 h 5697538"/>
              <a:gd name="connsiteX4" fmla="*/ 3522488 w 8472488"/>
              <a:gd name="connsiteY4" fmla="*/ 5697538 h 5697538"/>
              <a:gd name="connsiteX5" fmla="*/ 22309 w 8472488"/>
              <a:gd name="connsiteY5" fmla="*/ 4247717 h 5697538"/>
              <a:gd name="connsiteX6" fmla="*/ 0 w 8472488"/>
              <a:gd name="connsiteY6" fmla="*/ 4224318 h 569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2488" h="5697538">
                <a:moveTo>
                  <a:pt x="0" y="0"/>
                </a:moveTo>
                <a:lnTo>
                  <a:pt x="8416253" y="0"/>
                </a:lnTo>
                <a:lnTo>
                  <a:pt x="8446932" y="241429"/>
                </a:lnTo>
                <a:cubicBezTo>
                  <a:pt x="8463831" y="407834"/>
                  <a:pt x="8472488" y="576675"/>
                  <a:pt x="8472488" y="747538"/>
                </a:cubicBezTo>
                <a:cubicBezTo>
                  <a:pt x="8472488" y="3481348"/>
                  <a:pt x="6256298" y="5697538"/>
                  <a:pt x="3522488" y="5697538"/>
                </a:cubicBezTo>
                <a:cubicBezTo>
                  <a:pt x="2155583" y="5697538"/>
                  <a:pt x="918083" y="5143491"/>
                  <a:pt x="22309" y="4247717"/>
                </a:cubicBezTo>
                <a:lnTo>
                  <a:pt x="0" y="422431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7" name="Oval 6">
            <a:extLst>
              <a:ext uri="{FF2B5EF4-FFF2-40B4-BE49-F238E27FC236}">
                <a16:creationId xmlns:a16="http://schemas.microsoft.com/office/drawing/2014/main" id="{A7C5965F-386E-AC4B-910C-3EB81EDCFDAC}"/>
              </a:ext>
            </a:extLst>
          </p:cNvPr>
          <p:cNvSpPr/>
          <p:nvPr userDrawn="1"/>
        </p:nvSpPr>
        <p:spPr>
          <a:xfrm>
            <a:off x="6543928" y="2848769"/>
            <a:ext cx="2025000" cy="27000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8" name="Titel 1">
            <a:extLst>
              <a:ext uri="{FF2B5EF4-FFF2-40B4-BE49-F238E27FC236}">
                <a16:creationId xmlns:a16="http://schemas.microsoft.com/office/drawing/2014/main" id="{B8A1E38C-F0AE-0D40-95A7-8F9352FC14C8}"/>
              </a:ext>
            </a:extLst>
          </p:cNvPr>
          <p:cNvSpPr>
            <a:spLocks noGrp="1"/>
          </p:cNvSpPr>
          <p:nvPr>
            <p:ph type="title" hasCustomPrompt="1"/>
          </p:nvPr>
        </p:nvSpPr>
        <p:spPr>
          <a:xfrm>
            <a:off x="575076" y="1459766"/>
            <a:ext cx="4887515" cy="411992"/>
          </a:xfrm>
          <a:prstGeom prst="rect">
            <a:avLst/>
          </a:prstGeom>
        </p:spPr>
        <p:txBody>
          <a:bodyPr lIns="0" tIns="0" rIns="0" bIns="0"/>
          <a:lstStyle>
            <a:lvl1pPr>
              <a:lnSpc>
                <a:spcPts val="4000"/>
              </a:lnSpc>
              <a:defRPr sz="4000"/>
            </a:lvl1pPr>
          </a:lstStyle>
          <a:p>
            <a:r>
              <a:rPr lang="de-DE"/>
              <a:t>Überschrift</a:t>
            </a:r>
            <a:br>
              <a:rPr lang="de-DE"/>
            </a:br>
            <a:endParaRPr lang="de-DE"/>
          </a:p>
        </p:txBody>
      </p:sp>
      <p:sp>
        <p:nvSpPr>
          <p:cNvPr id="9" name="Textplatzhalter 5">
            <a:extLst>
              <a:ext uri="{FF2B5EF4-FFF2-40B4-BE49-F238E27FC236}">
                <a16:creationId xmlns:a16="http://schemas.microsoft.com/office/drawing/2014/main" id="{0A73C250-B979-2C4F-B057-646605C618BE}"/>
              </a:ext>
            </a:extLst>
          </p:cNvPr>
          <p:cNvSpPr>
            <a:spLocks noGrp="1"/>
          </p:cNvSpPr>
          <p:nvPr>
            <p:ph type="body" sz="quarter" idx="13" hasCustomPrompt="1"/>
          </p:nvPr>
        </p:nvSpPr>
        <p:spPr>
          <a:xfrm>
            <a:off x="575074" y="1974854"/>
            <a:ext cx="5454254" cy="841375"/>
          </a:xfrm>
        </p:spPr>
        <p:txBody>
          <a:bodyPr/>
          <a:lstStyle>
            <a:lvl1pPr marL="0" indent="0">
              <a:buNone/>
              <a:defRPr sz="4000">
                <a:solidFill>
                  <a:schemeClr val="accent1">
                    <a:lumMod val="40000"/>
                    <a:lumOff val="60000"/>
                  </a:schemeClr>
                </a:solidFill>
              </a:defRPr>
            </a:lvl1pPr>
          </a:lstStyle>
          <a:p>
            <a:pPr lvl="0"/>
            <a:r>
              <a:rPr lang="de-DE"/>
              <a:t>Unterüberschrift</a:t>
            </a:r>
          </a:p>
        </p:txBody>
      </p:sp>
    </p:spTree>
    <p:extLst>
      <p:ext uri="{BB962C8B-B14F-4D97-AF65-F5344CB8AC3E}">
        <p14:creationId xmlns:p14="http://schemas.microsoft.com/office/powerpoint/2010/main" val="112676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ischentitel_2">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EAE585F-90B7-45A3-BC53-BD595BDF7E9A}"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10" name="Freihandform 9">
            <a:extLst>
              <a:ext uri="{FF2B5EF4-FFF2-40B4-BE49-F238E27FC236}">
                <a16:creationId xmlns:a16="http://schemas.microsoft.com/office/drawing/2014/main" id="{B2905F23-DE91-4140-B364-7C4D8AEED0EE}"/>
              </a:ext>
            </a:extLst>
          </p:cNvPr>
          <p:cNvSpPr/>
          <p:nvPr userDrawn="1"/>
        </p:nvSpPr>
        <p:spPr>
          <a:xfrm>
            <a:off x="5" y="0"/>
            <a:ext cx="5727031" cy="5847508"/>
          </a:xfrm>
          <a:custGeom>
            <a:avLst/>
            <a:gdLst>
              <a:gd name="connsiteX0" fmla="*/ 0 w 7910787"/>
              <a:gd name="connsiteY0" fmla="*/ 0 h 6057902"/>
              <a:gd name="connsiteX1" fmla="*/ 7784763 w 7910787"/>
              <a:gd name="connsiteY1" fmla="*/ 0 h 6057902"/>
              <a:gd name="connsiteX2" fmla="*/ 7810221 w 7910787"/>
              <a:gd name="connsiteY2" fmla="*/ 110304 h 6057902"/>
              <a:gd name="connsiteX3" fmla="*/ 7910787 w 7910787"/>
              <a:gd name="connsiteY3" fmla="*/ 1107902 h 6057902"/>
              <a:gd name="connsiteX4" fmla="*/ 2960787 w 7910787"/>
              <a:gd name="connsiteY4" fmla="*/ 6057902 h 6057902"/>
              <a:gd name="connsiteX5" fmla="*/ 193195 w 7910787"/>
              <a:gd name="connsiteY5" fmla="*/ 5212520 h 6057902"/>
              <a:gd name="connsiteX6" fmla="*/ 0 w 7910787"/>
              <a:gd name="connsiteY6" fmla="*/ 5075137 h 6057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0787" h="6057902">
                <a:moveTo>
                  <a:pt x="0" y="0"/>
                </a:moveTo>
                <a:lnTo>
                  <a:pt x="7784763" y="0"/>
                </a:lnTo>
                <a:lnTo>
                  <a:pt x="7810221" y="110304"/>
                </a:lnTo>
                <a:cubicBezTo>
                  <a:pt x="7876159" y="432537"/>
                  <a:pt x="7910787" y="766176"/>
                  <a:pt x="7910787" y="1107902"/>
                </a:cubicBezTo>
                <a:cubicBezTo>
                  <a:pt x="7910787" y="3841712"/>
                  <a:pt x="5694597" y="6057902"/>
                  <a:pt x="2960787" y="6057902"/>
                </a:cubicBezTo>
                <a:cubicBezTo>
                  <a:pt x="1935608" y="6057902"/>
                  <a:pt x="983220" y="5746251"/>
                  <a:pt x="193195" y="5212520"/>
                </a:cubicBezTo>
                <a:lnTo>
                  <a:pt x="0" y="50751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12" name="Oval 11">
            <a:extLst>
              <a:ext uri="{FF2B5EF4-FFF2-40B4-BE49-F238E27FC236}">
                <a16:creationId xmlns:a16="http://schemas.microsoft.com/office/drawing/2014/main" id="{375D25CA-09EF-9E4F-B724-53BBBDCDCD00}"/>
              </a:ext>
            </a:extLst>
          </p:cNvPr>
          <p:cNvSpPr/>
          <p:nvPr userDrawn="1"/>
        </p:nvSpPr>
        <p:spPr>
          <a:xfrm>
            <a:off x="5844436" y="3146174"/>
            <a:ext cx="2025000" cy="27000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3" name="Oval 12">
            <a:extLst>
              <a:ext uri="{FF2B5EF4-FFF2-40B4-BE49-F238E27FC236}">
                <a16:creationId xmlns:a16="http://schemas.microsoft.com/office/drawing/2014/main" id="{CD8FFB16-0FA3-C843-8682-71DBCD177809}"/>
              </a:ext>
            </a:extLst>
          </p:cNvPr>
          <p:cNvSpPr/>
          <p:nvPr userDrawn="1"/>
        </p:nvSpPr>
        <p:spPr>
          <a:xfrm>
            <a:off x="7437175" y="649236"/>
            <a:ext cx="1350000" cy="180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4" name="Titel 1">
            <a:extLst>
              <a:ext uri="{FF2B5EF4-FFF2-40B4-BE49-F238E27FC236}">
                <a16:creationId xmlns:a16="http://schemas.microsoft.com/office/drawing/2014/main" id="{3922614D-0191-7045-90C9-15B5BB98A7F6}"/>
              </a:ext>
            </a:extLst>
          </p:cNvPr>
          <p:cNvSpPr>
            <a:spLocks noGrp="1"/>
          </p:cNvSpPr>
          <p:nvPr>
            <p:ph type="title" hasCustomPrompt="1"/>
          </p:nvPr>
        </p:nvSpPr>
        <p:spPr>
          <a:xfrm>
            <a:off x="575076" y="1459766"/>
            <a:ext cx="4887515" cy="411992"/>
          </a:xfrm>
          <a:prstGeom prst="rect">
            <a:avLst/>
          </a:prstGeom>
        </p:spPr>
        <p:txBody>
          <a:bodyPr lIns="0" tIns="0" rIns="0" bIns="0"/>
          <a:lstStyle>
            <a:lvl1pPr>
              <a:lnSpc>
                <a:spcPts val="4000"/>
              </a:lnSpc>
              <a:defRPr sz="4000"/>
            </a:lvl1pPr>
          </a:lstStyle>
          <a:p>
            <a:r>
              <a:rPr lang="de-DE"/>
              <a:t>Überschrift</a:t>
            </a:r>
            <a:br>
              <a:rPr lang="de-DE"/>
            </a:br>
            <a:endParaRPr lang="de-DE"/>
          </a:p>
        </p:txBody>
      </p:sp>
      <p:sp>
        <p:nvSpPr>
          <p:cNvPr id="15" name="Textplatzhalter 5">
            <a:extLst>
              <a:ext uri="{FF2B5EF4-FFF2-40B4-BE49-F238E27FC236}">
                <a16:creationId xmlns:a16="http://schemas.microsoft.com/office/drawing/2014/main" id="{442BDAF1-763B-354F-B69E-0B543C3A8888}"/>
              </a:ext>
            </a:extLst>
          </p:cNvPr>
          <p:cNvSpPr>
            <a:spLocks noGrp="1"/>
          </p:cNvSpPr>
          <p:nvPr>
            <p:ph type="body" sz="quarter" idx="13" hasCustomPrompt="1"/>
          </p:nvPr>
        </p:nvSpPr>
        <p:spPr>
          <a:xfrm>
            <a:off x="575076" y="1974854"/>
            <a:ext cx="4887515" cy="841375"/>
          </a:xfrm>
        </p:spPr>
        <p:txBody>
          <a:bodyPr/>
          <a:lstStyle>
            <a:lvl1pPr marL="0" indent="0">
              <a:buNone/>
              <a:defRPr sz="4000">
                <a:solidFill>
                  <a:schemeClr val="bg1"/>
                </a:solidFill>
              </a:defRPr>
            </a:lvl1pPr>
          </a:lstStyle>
          <a:p>
            <a:pPr lvl="0"/>
            <a:r>
              <a:rPr lang="de-DE"/>
              <a:t>Unterüberschrift</a:t>
            </a:r>
          </a:p>
        </p:txBody>
      </p:sp>
    </p:spTree>
    <p:extLst>
      <p:ext uri="{BB962C8B-B14F-4D97-AF65-F5344CB8AC3E}">
        <p14:creationId xmlns:p14="http://schemas.microsoft.com/office/powerpoint/2010/main" val="4104265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titel_3">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161D5916-1F9D-47B0-B565-0F0B0A790110}"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Freihandform 5">
            <a:extLst>
              <a:ext uri="{FF2B5EF4-FFF2-40B4-BE49-F238E27FC236}">
                <a16:creationId xmlns:a16="http://schemas.microsoft.com/office/drawing/2014/main" id="{2086937C-9886-434B-ADAA-989541D0FF67}"/>
              </a:ext>
            </a:extLst>
          </p:cNvPr>
          <p:cNvSpPr/>
          <p:nvPr userDrawn="1"/>
        </p:nvSpPr>
        <p:spPr>
          <a:xfrm>
            <a:off x="3" y="0"/>
            <a:ext cx="6354367" cy="5697538"/>
          </a:xfrm>
          <a:custGeom>
            <a:avLst/>
            <a:gdLst>
              <a:gd name="connsiteX0" fmla="*/ 0 w 8472488"/>
              <a:gd name="connsiteY0" fmla="*/ 0 h 5697538"/>
              <a:gd name="connsiteX1" fmla="*/ 8416253 w 8472488"/>
              <a:gd name="connsiteY1" fmla="*/ 0 h 5697538"/>
              <a:gd name="connsiteX2" fmla="*/ 8446932 w 8472488"/>
              <a:gd name="connsiteY2" fmla="*/ 241429 h 5697538"/>
              <a:gd name="connsiteX3" fmla="*/ 8472488 w 8472488"/>
              <a:gd name="connsiteY3" fmla="*/ 747538 h 5697538"/>
              <a:gd name="connsiteX4" fmla="*/ 3522488 w 8472488"/>
              <a:gd name="connsiteY4" fmla="*/ 5697538 h 5697538"/>
              <a:gd name="connsiteX5" fmla="*/ 22309 w 8472488"/>
              <a:gd name="connsiteY5" fmla="*/ 4247717 h 5697538"/>
              <a:gd name="connsiteX6" fmla="*/ 0 w 8472488"/>
              <a:gd name="connsiteY6" fmla="*/ 4224318 h 569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2488" h="5697538">
                <a:moveTo>
                  <a:pt x="0" y="0"/>
                </a:moveTo>
                <a:lnTo>
                  <a:pt x="8416253" y="0"/>
                </a:lnTo>
                <a:lnTo>
                  <a:pt x="8446932" y="241429"/>
                </a:lnTo>
                <a:cubicBezTo>
                  <a:pt x="8463831" y="407834"/>
                  <a:pt x="8472488" y="576675"/>
                  <a:pt x="8472488" y="747538"/>
                </a:cubicBezTo>
                <a:cubicBezTo>
                  <a:pt x="8472488" y="3481348"/>
                  <a:pt x="6256298" y="5697538"/>
                  <a:pt x="3522488" y="5697538"/>
                </a:cubicBezTo>
                <a:cubicBezTo>
                  <a:pt x="2155583" y="5697538"/>
                  <a:pt x="918083" y="5143491"/>
                  <a:pt x="22309" y="4247717"/>
                </a:cubicBezTo>
                <a:lnTo>
                  <a:pt x="0" y="4224318"/>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7" name="Titel 1">
            <a:extLst>
              <a:ext uri="{FF2B5EF4-FFF2-40B4-BE49-F238E27FC236}">
                <a16:creationId xmlns:a16="http://schemas.microsoft.com/office/drawing/2014/main" id="{9E1FEBDD-45E4-0946-A6D4-879E14C91BEA}"/>
              </a:ext>
            </a:extLst>
          </p:cNvPr>
          <p:cNvSpPr>
            <a:spLocks noGrp="1"/>
          </p:cNvSpPr>
          <p:nvPr>
            <p:ph type="title" hasCustomPrompt="1"/>
          </p:nvPr>
        </p:nvSpPr>
        <p:spPr>
          <a:xfrm>
            <a:off x="575076" y="1459766"/>
            <a:ext cx="4887515" cy="411992"/>
          </a:xfrm>
          <a:prstGeom prst="rect">
            <a:avLst/>
          </a:prstGeom>
        </p:spPr>
        <p:txBody>
          <a:bodyPr lIns="0" tIns="0" rIns="0" bIns="0"/>
          <a:lstStyle>
            <a:lvl1pPr>
              <a:lnSpc>
                <a:spcPts val="4000"/>
              </a:lnSpc>
              <a:defRPr sz="4000">
                <a:solidFill>
                  <a:schemeClr val="accent1"/>
                </a:solidFill>
              </a:defRPr>
            </a:lvl1pPr>
          </a:lstStyle>
          <a:p>
            <a:r>
              <a:rPr lang="de-DE"/>
              <a:t>Überschrift</a:t>
            </a:r>
            <a:br>
              <a:rPr lang="de-DE"/>
            </a:br>
            <a:endParaRPr lang="de-DE"/>
          </a:p>
        </p:txBody>
      </p:sp>
      <p:sp>
        <p:nvSpPr>
          <p:cNvPr id="8" name="Textplatzhalter 5">
            <a:extLst>
              <a:ext uri="{FF2B5EF4-FFF2-40B4-BE49-F238E27FC236}">
                <a16:creationId xmlns:a16="http://schemas.microsoft.com/office/drawing/2014/main" id="{9B926BF3-68B0-EB4B-88CB-4C12E163157E}"/>
              </a:ext>
            </a:extLst>
          </p:cNvPr>
          <p:cNvSpPr>
            <a:spLocks noGrp="1"/>
          </p:cNvSpPr>
          <p:nvPr>
            <p:ph type="body" sz="quarter" idx="13" hasCustomPrompt="1"/>
          </p:nvPr>
        </p:nvSpPr>
        <p:spPr>
          <a:xfrm>
            <a:off x="575074" y="1974854"/>
            <a:ext cx="5454254" cy="841375"/>
          </a:xfrm>
        </p:spPr>
        <p:txBody>
          <a:bodyPr/>
          <a:lstStyle>
            <a:lvl1pPr marL="0" indent="0">
              <a:buNone/>
              <a:defRPr sz="4000">
                <a:solidFill>
                  <a:schemeClr val="bg1"/>
                </a:solidFill>
              </a:defRPr>
            </a:lvl1pPr>
          </a:lstStyle>
          <a:p>
            <a:pPr lvl="0"/>
            <a:r>
              <a:rPr lang="de-DE"/>
              <a:t>Unterüberschrift</a:t>
            </a:r>
          </a:p>
        </p:txBody>
      </p:sp>
    </p:spTree>
    <p:extLst>
      <p:ext uri="{BB962C8B-B14F-4D97-AF65-F5344CB8AC3E}">
        <p14:creationId xmlns:p14="http://schemas.microsoft.com/office/powerpoint/2010/main" val="1910021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071BCD3-570F-9143-B0F9-73EC8D41B5AD}"/>
              </a:ext>
            </a:extLst>
          </p:cNvPr>
          <p:cNvSpPr>
            <a:spLocks noGrp="1"/>
          </p:cNvSpPr>
          <p:nvPr>
            <p:ph type="dt" sz="half" idx="10"/>
          </p:nvPr>
        </p:nvSpPr>
        <p:spPr>
          <a:xfrm>
            <a:off x="116683" y="6543113"/>
            <a:ext cx="890588" cy="125976"/>
          </a:xfrm>
          <a:prstGeom prst="rect">
            <a:avLst/>
          </a:prstGeom>
        </p:spPr>
        <p:txBody>
          <a:bodyPr/>
          <a:lstStyle/>
          <a:p>
            <a:fld id="{176BF24C-DECF-479D-B7A0-7A8A89038E90}" type="datetime1">
              <a:rPr lang="de-DE" smtClean="0"/>
              <a:t>29.04.2025</a:t>
            </a:fld>
            <a:endParaRPr lang="de-DE"/>
          </a:p>
        </p:txBody>
      </p:sp>
      <p:sp>
        <p:nvSpPr>
          <p:cNvPr id="4" name="Foliennummernplatzhalter 3">
            <a:extLst>
              <a:ext uri="{FF2B5EF4-FFF2-40B4-BE49-F238E27FC236}">
                <a16:creationId xmlns:a16="http://schemas.microsoft.com/office/drawing/2014/main" id="{525E31E4-9FA2-7B48-BC98-E15AE83132EA}"/>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4C5D7F36-C918-0743-BBD3-78B052701A74}"/>
              </a:ext>
            </a:extLst>
          </p:cNvPr>
          <p:cNvSpPr>
            <a:spLocks noGrp="1"/>
          </p:cNvSpPr>
          <p:nvPr>
            <p:ph type="title"/>
          </p:nvPr>
        </p:nvSpPr>
        <p:spPr>
          <a:xfrm>
            <a:off x="575074" y="476251"/>
            <a:ext cx="7993856" cy="360362"/>
          </a:xfrm>
          <a:prstGeom prst="rect">
            <a:avLst/>
          </a:prstGeom>
        </p:spPr>
        <p:txBody>
          <a:bodyPr lIns="0" tIns="0" rIns="0" bIns="0"/>
          <a:lstStyle/>
          <a:p>
            <a:r>
              <a:rPr lang="de-DE"/>
              <a:t>Mastertitelformat bearbeiten</a:t>
            </a:r>
          </a:p>
        </p:txBody>
      </p:sp>
      <p:sp>
        <p:nvSpPr>
          <p:cNvPr id="7" name="Textplatzhalter 12">
            <a:extLst>
              <a:ext uri="{FF2B5EF4-FFF2-40B4-BE49-F238E27FC236}">
                <a16:creationId xmlns:a16="http://schemas.microsoft.com/office/drawing/2014/main" id="{9B49D2CE-7D83-9841-9E44-4F83014E132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18480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071BCD3-570F-9143-B0F9-73EC8D41B5AD}"/>
              </a:ext>
            </a:extLst>
          </p:cNvPr>
          <p:cNvSpPr>
            <a:spLocks noGrp="1"/>
          </p:cNvSpPr>
          <p:nvPr>
            <p:ph type="dt" sz="half" idx="10"/>
          </p:nvPr>
        </p:nvSpPr>
        <p:spPr>
          <a:xfrm>
            <a:off x="116683" y="6543113"/>
            <a:ext cx="890588" cy="125976"/>
          </a:xfrm>
          <a:prstGeom prst="rect">
            <a:avLst/>
          </a:prstGeom>
        </p:spPr>
        <p:txBody>
          <a:bodyPr/>
          <a:lstStyle/>
          <a:p>
            <a:fld id="{E9108A85-2177-405A-9CE1-6524185E1896}" type="datetime1">
              <a:rPr lang="de-DE" smtClean="0"/>
              <a:t>29.04.2025</a:t>
            </a:fld>
            <a:endParaRPr lang="de-DE"/>
          </a:p>
        </p:txBody>
      </p:sp>
      <p:sp>
        <p:nvSpPr>
          <p:cNvPr id="4" name="Foliennummernplatzhalter 3">
            <a:extLst>
              <a:ext uri="{FF2B5EF4-FFF2-40B4-BE49-F238E27FC236}">
                <a16:creationId xmlns:a16="http://schemas.microsoft.com/office/drawing/2014/main" id="{525E31E4-9FA2-7B48-BC98-E15AE83132EA}"/>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Bildplatzhalter 5">
            <a:extLst>
              <a:ext uri="{FF2B5EF4-FFF2-40B4-BE49-F238E27FC236}">
                <a16:creationId xmlns:a16="http://schemas.microsoft.com/office/drawing/2014/main" id="{094BCBA2-CF99-9B4A-875C-C369401DDC84}"/>
              </a:ext>
            </a:extLst>
          </p:cNvPr>
          <p:cNvSpPr>
            <a:spLocks noGrp="1"/>
          </p:cNvSpPr>
          <p:nvPr>
            <p:ph type="pic" sz="quarter" idx="13" hasCustomPrompt="1"/>
          </p:nvPr>
        </p:nvSpPr>
        <p:spPr>
          <a:xfrm>
            <a:off x="116683" y="168368"/>
            <a:ext cx="8910638" cy="5545137"/>
          </a:xfrm>
        </p:spPr>
        <p:txBody>
          <a:bodyPr/>
          <a:lstStyle/>
          <a:p>
            <a:r>
              <a:rPr lang="de-DE"/>
              <a:t>Abbildung</a:t>
            </a:r>
          </a:p>
        </p:txBody>
      </p:sp>
    </p:spTree>
    <p:extLst>
      <p:ext uri="{BB962C8B-B14F-4D97-AF65-F5344CB8AC3E}">
        <p14:creationId xmlns:p14="http://schemas.microsoft.com/office/powerpoint/2010/main" val="1945802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r Diagramm">
    <p:spTree>
      <p:nvGrpSpPr>
        <p:cNvPr id="1" name=""/>
        <p:cNvGrpSpPr/>
        <p:nvPr/>
      </p:nvGrpSpPr>
      <p:grpSpPr>
        <a:xfrm>
          <a:off x="0" y="0"/>
          <a:ext cx="0" cy="0"/>
          <a:chOff x="0" y="0"/>
          <a:chExt cx="0" cy="0"/>
        </a:xfrm>
      </p:grpSpPr>
      <p:sp>
        <p:nvSpPr>
          <p:cNvPr id="7" name="Diagrammplatzhalter 6">
            <a:extLst>
              <a:ext uri="{FF2B5EF4-FFF2-40B4-BE49-F238E27FC236}">
                <a16:creationId xmlns:a16="http://schemas.microsoft.com/office/drawing/2014/main" id="{63949E60-D60E-0B42-80DF-E8512095911B}"/>
              </a:ext>
            </a:extLst>
          </p:cNvPr>
          <p:cNvSpPr>
            <a:spLocks noGrp="1"/>
          </p:cNvSpPr>
          <p:nvPr>
            <p:ph type="chart" sz="quarter" idx="14"/>
          </p:nvPr>
        </p:nvSpPr>
        <p:spPr>
          <a:xfrm>
            <a:off x="116684" y="152400"/>
            <a:ext cx="8910637" cy="5545138"/>
          </a:xfrm>
        </p:spPr>
        <p:txBody>
          <a:bodyPr/>
          <a:lstStyle/>
          <a:p>
            <a:endParaRPr lang="de-DE"/>
          </a:p>
        </p:txBody>
      </p:sp>
      <p:sp>
        <p:nvSpPr>
          <p:cNvPr id="3" name="Datumsplatzhalter 2">
            <a:extLst>
              <a:ext uri="{FF2B5EF4-FFF2-40B4-BE49-F238E27FC236}">
                <a16:creationId xmlns:a16="http://schemas.microsoft.com/office/drawing/2014/main" id="{2071BCD3-570F-9143-B0F9-73EC8D41B5AD}"/>
              </a:ext>
            </a:extLst>
          </p:cNvPr>
          <p:cNvSpPr>
            <a:spLocks noGrp="1"/>
          </p:cNvSpPr>
          <p:nvPr>
            <p:ph type="dt" sz="half" idx="10"/>
          </p:nvPr>
        </p:nvSpPr>
        <p:spPr>
          <a:xfrm>
            <a:off x="116683" y="6543113"/>
            <a:ext cx="890588" cy="125976"/>
          </a:xfrm>
          <a:prstGeom prst="rect">
            <a:avLst/>
          </a:prstGeom>
        </p:spPr>
        <p:txBody>
          <a:bodyPr/>
          <a:lstStyle/>
          <a:p>
            <a:fld id="{A6382175-454C-4690-9180-91E873AEDF9F}" type="datetime1">
              <a:rPr lang="de-DE" smtClean="0"/>
              <a:t>29.04.2025</a:t>
            </a:fld>
            <a:endParaRPr lang="de-DE"/>
          </a:p>
        </p:txBody>
      </p:sp>
      <p:sp>
        <p:nvSpPr>
          <p:cNvPr id="4" name="Foliennummernplatzhalter 3">
            <a:extLst>
              <a:ext uri="{FF2B5EF4-FFF2-40B4-BE49-F238E27FC236}">
                <a16:creationId xmlns:a16="http://schemas.microsoft.com/office/drawing/2014/main" id="{525E31E4-9FA2-7B48-BC98-E15AE83132EA}"/>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Tree>
    <p:extLst>
      <p:ext uri="{BB962C8B-B14F-4D97-AF65-F5344CB8AC3E}">
        <p14:creationId xmlns:p14="http://schemas.microsoft.com/office/powerpoint/2010/main" val="3173543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Überschrift_Inhalt_einespaltig">
    <p:spTree>
      <p:nvGrpSpPr>
        <p:cNvPr id="1" name=""/>
        <p:cNvGrpSpPr/>
        <p:nvPr/>
      </p:nvGrpSpPr>
      <p:grpSpPr>
        <a:xfrm>
          <a:off x="0" y="0"/>
          <a:ext cx="0" cy="0"/>
          <a:chOff x="0" y="0"/>
          <a:chExt cx="0" cy="0"/>
        </a:xfrm>
      </p:grpSpPr>
      <p:sp>
        <p:nvSpPr>
          <p:cNvPr id="7" name="Inhaltsplatzhalter 11">
            <a:extLst>
              <a:ext uri="{FF2B5EF4-FFF2-40B4-BE49-F238E27FC236}">
                <a16:creationId xmlns:a16="http://schemas.microsoft.com/office/drawing/2014/main" id="{8A0319EA-3286-044D-83C2-2CB9A4C45B0C}"/>
              </a:ext>
            </a:extLst>
          </p:cNvPr>
          <p:cNvSpPr>
            <a:spLocks noGrp="1"/>
          </p:cNvSpPr>
          <p:nvPr>
            <p:ph sz="quarter" idx="17"/>
          </p:nvPr>
        </p:nvSpPr>
        <p:spPr>
          <a:xfrm>
            <a:off x="575074" y="1844678"/>
            <a:ext cx="7993856"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BF51F88-C0FD-49C7-8CD9-CFCD48DF1A64}"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2F6AE76-7D06-274A-A2AC-7EBCC198E296}"/>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8" name="Textplatzhalter 12">
            <a:extLst>
              <a:ext uri="{FF2B5EF4-FFF2-40B4-BE49-F238E27FC236}">
                <a16:creationId xmlns:a16="http://schemas.microsoft.com/office/drawing/2014/main" id="{1A915A59-7D31-0743-8AAC-E159783E399F}"/>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793520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Bildbox">
    <p:spTree>
      <p:nvGrpSpPr>
        <p:cNvPr id="1" name=""/>
        <p:cNvGrpSpPr/>
        <p:nvPr/>
      </p:nvGrpSpPr>
      <p:grpSpPr>
        <a:xfrm>
          <a:off x="0" y="0"/>
          <a:ext cx="0" cy="0"/>
          <a:chOff x="0" y="0"/>
          <a:chExt cx="0" cy="0"/>
        </a:xfrm>
      </p:grpSpPr>
      <p:sp>
        <p:nvSpPr>
          <p:cNvPr id="8" name="Bildplatzhalter 5">
            <a:extLst>
              <a:ext uri="{FF2B5EF4-FFF2-40B4-BE49-F238E27FC236}">
                <a16:creationId xmlns:a16="http://schemas.microsoft.com/office/drawing/2014/main" id="{7F614419-6BB0-6143-B571-5588C517BCF5}"/>
              </a:ext>
            </a:extLst>
          </p:cNvPr>
          <p:cNvSpPr>
            <a:spLocks noGrp="1"/>
          </p:cNvSpPr>
          <p:nvPr>
            <p:ph type="pic" sz="quarter" idx="19"/>
          </p:nvPr>
        </p:nvSpPr>
        <p:spPr>
          <a:xfrm>
            <a:off x="575072" y="1844676"/>
            <a:ext cx="7561659" cy="3529013"/>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E5E940F-BE3D-4203-8B74-ED9555ACDAA2}"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635504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_Abbildun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C3A6525F-83B5-104E-A130-22CB23D3032D}"/>
              </a:ext>
            </a:extLst>
          </p:cNvPr>
          <p:cNvSpPr>
            <a:spLocks noGrp="1"/>
          </p:cNvSpPr>
          <p:nvPr>
            <p:ph type="pic" sz="quarter" idx="16"/>
          </p:nvPr>
        </p:nvSpPr>
        <p:spPr>
          <a:xfrm>
            <a:off x="4652963" y="1844678"/>
            <a:ext cx="3915966" cy="3852863"/>
          </a:xfrm>
        </p:spPr>
        <p:txBody>
          <a:bodyPr/>
          <a:lstStyle/>
          <a:p>
            <a:endParaRPr lang="de-DE"/>
          </a:p>
        </p:txBody>
      </p:sp>
      <p:sp>
        <p:nvSpPr>
          <p:cNvPr id="7" name="Textplatzhalter 13">
            <a:extLst>
              <a:ext uri="{FF2B5EF4-FFF2-40B4-BE49-F238E27FC236}">
                <a16:creationId xmlns:a16="http://schemas.microsoft.com/office/drawing/2014/main" id="{D373671D-EED1-F841-A5D9-10BAA8C4F9D6}"/>
              </a:ext>
            </a:extLst>
          </p:cNvPr>
          <p:cNvSpPr>
            <a:spLocks noGrp="1"/>
          </p:cNvSpPr>
          <p:nvPr>
            <p:ph type="body" sz="quarter" idx="17"/>
          </p:nvPr>
        </p:nvSpPr>
        <p:spPr>
          <a:xfrm>
            <a:off x="575075" y="1844678"/>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3A3DF24-5AAB-4BA4-8C9A-FFCC5BAA8C9B}"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8" name="Titel 1">
            <a:extLst>
              <a:ext uri="{FF2B5EF4-FFF2-40B4-BE49-F238E27FC236}">
                <a16:creationId xmlns:a16="http://schemas.microsoft.com/office/drawing/2014/main" id="{8CBE0F46-8344-6E4D-A3DB-429EEDED3D3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9" name="Textplatzhalter 12">
            <a:extLst>
              <a:ext uri="{FF2B5EF4-FFF2-40B4-BE49-F238E27FC236}">
                <a16:creationId xmlns:a16="http://schemas.microsoft.com/office/drawing/2014/main" id="{9E4D9834-054D-254B-B978-9F335A5292E2}"/>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8243325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Diagramm">
    <p:spTree>
      <p:nvGrpSpPr>
        <p:cNvPr id="1" name=""/>
        <p:cNvGrpSpPr/>
        <p:nvPr/>
      </p:nvGrpSpPr>
      <p:grpSpPr>
        <a:xfrm>
          <a:off x="0" y="0"/>
          <a:ext cx="0" cy="0"/>
          <a:chOff x="0" y="0"/>
          <a:chExt cx="0" cy="0"/>
        </a:xfrm>
      </p:grpSpPr>
      <p:sp>
        <p:nvSpPr>
          <p:cNvPr id="6" name="Textplatzhalter 13">
            <a:extLst>
              <a:ext uri="{FF2B5EF4-FFF2-40B4-BE49-F238E27FC236}">
                <a16:creationId xmlns:a16="http://schemas.microsoft.com/office/drawing/2014/main" id="{705AA80D-200F-9A4B-AC5E-BC8EC34EB4DD}"/>
              </a:ext>
            </a:extLst>
          </p:cNvPr>
          <p:cNvSpPr>
            <a:spLocks noGrp="1"/>
          </p:cNvSpPr>
          <p:nvPr>
            <p:ph type="body" sz="quarter" idx="17"/>
          </p:nvPr>
        </p:nvSpPr>
        <p:spPr>
          <a:xfrm>
            <a:off x="4652966" y="1846036"/>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iagrammplatzhalter 9">
            <a:extLst>
              <a:ext uri="{FF2B5EF4-FFF2-40B4-BE49-F238E27FC236}">
                <a16:creationId xmlns:a16="http://schemas.microsoft.com/office/drawing/2014/main" id="{2EE98200-7D98-F347-A156-E7335F93FCCE}"/>
              </a:ext>
            </a:extLst>
          </p:cNvPr>
          <p:cNvSpPr>
            <a:spLocks noGrp="1"/>
          </p:cNvSpPr>
          <p:nvPr>
            <p:ph type="chart" sz="quarter" idx="18"/>
          </p:nvPr>
        </p:nvSpPr>
        <p:spPr>
          <a:xfrm>
            <a:off x="575075" y="1844675"/>
            <a:ext cx="3915965" cy="4032250"/>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7A2DB7C-B14B-4A73-B48C-39684F792A38}"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8" name="Titel 1">
            <a:extLst>
              <a:ext uri="{FF2B5EF4-FFF2-40B4-BE49-F238E27FC236}">
                <a16:creationId xmlns:a16="http://schemas.microsoft.com/office/drawing/2014/main" id="{2BB4D6B3-F97E-1D46-B9A8-9A54B4819A5B}"/>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9" name="Textplatzhalter 12">
            <a:extLst>
              <a:ext uri="{FF2B5EF4-FFF2-40B4-BE49-F238E27FC236}">
                <a16:creationId xmlns:a16="http://schemas.microsoft.com/office/drawing/2014/main" id="{267273BE-20F1-3642-A765-8F561B8EE0FB}"/>
              </a:ext>
            </a:extLst>
          </p:cNvPr>
          <p:cNvSpPr>
            <a:spLocks noGrp="1"/>
          </p:cNvSpPr>
          <p:nvPr>
            <p:ph type="body" sz="quarter" idx="19"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166235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und Box">
    <p:spTree>
      <p:nvGrpSpPr>
        <p:cNvPr id="1" name=""/>
        <p:cNvGrpSpPr/>
        <p:nvPr/>
      </p:nvGrpSpPr>
      <p:grpSpPr>
        <a:xfrm>
          <a:off x="0" y="0"/>
          <a:ext cx="0" cy="0"/>
          <a:chOff x="0" y="0"/>
          <a:chExt cx="0" cy="0"/>
        </a:xfrm>
      </p:grpSpPr>
      <p:sp>
        <p:nvSpPr>
          <p:cNvPr id="6" name="Textplatzhalter 12">
            <a:extLst>
              <a:ext uri="{FF2B5EF4-FFF2-40B4-BE49-F238E27FC236}">
                <a16:creationId xmlns:a16="http://schemas.microsoft.com/office/drawing/2014/main" id="{B906AFF8-00CF-A849-84B5-4CD92CAC8F02}"/>
              </a:ext>
            </a:extLst>
          </p:cNvPr>
          <p:cNvSpPr>
            <a:spLocks noGrp="1"/>
          </p:cNvSpPr>
          <p:nvPr>
            <p:ph type="body" sz="quarter" idx="16"/>
          </p:nvPr>
        </p:nvSpPr>
        <p:spPr>
          <a:xfrm>
            <a:off x="575076" y="2133600"/>
            <a:ext cx="3879539" cy="32400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hteck 6">
            <a:extLst>
              <a:ext uri="{FF2B5EF4-FFF2-40B4-BE49-F238E27FC236}">
                <a16:creationId xmlns:a16="http://schemas.microsoft.com/office/drawing/2014/main" id="{51AA6084-A336-6347-8E77-771089BD19A0}"/>
              </a:ext>
            </a:extLst>
          </p:cNvPr>
          <p:cNvSpPr/>
          <p:nvPr userDrawn="1"/>
        </p:nvSpPr>
        <p:spPr>
          <a:xfrm>
            <a:off x="4454614" y="1844678"/>
            <a:ext cx="4114316" cy="38528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25B7AE9-32E7-4DCA-BD52-BAF93FEA80D7}"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8" name="Textplatzhalter 9">
            <a:extLst>
              <a:ext uri="{FF2B5EF4-FFF2-40B4-BE49-F238E27FC236}">
                <a16:creationId xmlns:a16="http://schemas.microsoft.com/office/drawing/2014/main" id="{7D991B65-CDD5-6549-B5FA-840025693388}"/>
              </a:ext>
            </a:extLst>
          </p:cNvPr>
          <p:cNvSpPr>
            <a:spLocks noGrp="1"/>
          </p:cNvSpPr>
          <p:nvPr>
            <p:ph type="body" sz="quarter" idx="18"/>
          </p:nvPr>
        </p:nvSpPr>
        <p:spPr>
          <a:xfrm>
            <a:off x="4572001" y="2133600"/>
            <a:ext cx="3880022" cy="3240088"/>
          </a:xfrm>
        </p:spPr>
        <p:txBody>
          <a:bodyPr/>
          <a:lstStyle>
            <a:lvl1pPr>
              <a:defRPr>
                <a:solidFill>
                  <a:schemeClr val="bg1"/>
                </a:solidFill>
              </a:defRPr>
            </a:lvl1pPr>
            <a:lvl2pPr>
              <a:buClr>
                <a:schemeClr val="bg1"/>
              </a:buClr>
              <a:buFont typeface="Symbol" pitchFamily="2" charset="2"/>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itel 1">
            <a:extLst>
              <a:ext uri="{FF2B5EF4-FFF2-40B4-BE49-F238E27FC236}">
                <a16:creationId xmlns:a16="http://schemas.microsoft.com/office/drawing/2014/main" id="{5BE165A1-E5BF-8A46-9CB1-68E66F0E625E}"/>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10" name="Textplatzhalter 12">
            <a:extLst>
              <a:ext uri="{FF2B5EF4-FFF2-40B4-BE49-F238E27FC236}">
                <a16:creationId xmlns:a16="http://schemas.microsoft.com/office/drawing/2014/main" id="{CF6C6360-1FD4-AA44-90A1-2680FC402705}"/>
              </a:ext>
            </a:extLst>
          </p:cNvPr>
          <p:cNvSpPr>
            <a:spLocks noGrp="1"/>
          </p:cNvSpPr>
          <p:nvPr>
            <p:ph type="body" sz="quarter" idx="19"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073816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und Box mit Überschrift">
    <p:spTree>
      <p:nvGrpSpPr>
        <p:cNvPr id="1" name=""/>
        <p:cNvGrpSpPr/>
        <p:nvPr/>
      </p:nvGrpSpPr>
      <p:grpSpPr>
        <a:xfrm>
          <a:off x="0" y="0"/>
          <a:ext cx="0" cy="0"/>
          <a:chOff x="0" y="0"/>
          <a:chExt cx="0" cy="0"/>
        </a:xfrm>
      </p:grpSpPr>
      <p:sp>
        <p:nvSpPr>
          <p:cNvPr id="6" name="Textplatzhalter 12">
            <a:extLst>
              <a:ext uri="{FF2B5EF4-FFF2-40B4-BE49-F238E27FC236}">
                <a16:creationId xmlns:a16="http://schemas.microsoft.com/office/drawing/2014/main" id="{4A136EB9-462E-BC4A-925D-A58FFFB6CAFE}"/>
              </a:ext>
            </a:extLst>
          </p:cNvPr>
          <p:cNvSpPr>
            <a:spLocks noGrp="1"/>
          </p:cNvSpPr>
          <p:nvPr>
            <p:ph type="body" sz="quarter" idx="16"/>
          </p:nvPr>
        </p:nvSpPr>
        <p:spPr>
          <a:xfrm>
            <a:off x="575075" y="2133600"/>
            <a:ext cx="3879539" cy="35639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Inhaltsplatzhalter 11">
            <a:extLst>
              <a:ext uri="{FF2B5EF4-FFF2-40B4-BE49-F238E27FC236}">
                <a16:creationId xmlns:a16="http://schemas.microsoft.com/office/drawing/2014/main" id="{92FB136C-10F5-F84A-8689-BCC5F448DA60}"/>
              </a:ext>
            </a:extLst>
          </p:cNvPr>
          <p:cNvSpPr>
            <a:spLocks noGrp="1"/>
          </p:cNvSpPr>
          <p:nvPr>
            <p:ph sz="quarter" idx="20"/>
          </p:nvPr>
        </p:nvSpPr>
        <p:spPr>
          <a:xfrm>
            <a:off x="4454613" y="2776538"/>
            <a:ext cx="4114318" cy="2924288"/>
          </a:xfrm>
          <a:solidFill>
            <a:schemeClr val="accent1"/>
          </a:solidFill>
        </p:spPr>
        <p:txBody>
          <a:bodyPr lIns="90000" tIns="90000" rIns="90000" bIns="900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3177021E-A7A8-44D0-A5AF-C1B9E78E5CE4}"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7" name="Textplatzhalter 8">
            <a:extLst>
              <a:ext uri="{FF2B5EF4-FFF2-40B4-BE49-F238E27FC236}">
                <a16:creationId xmlns:a16="http://schemas.microsoft.com/office/drawing/2014/main" id="{1A117E6B-64A6-E044-A7D4-1F6739FEA057}"/>
              </a:ext>
            </a:extLst>
          </p:cNvPr>
          <p:cNvSpPr>
            <a:spLocks noGrp="1"/>
          </p:cNvSpPr>
          <p:nvPr>
            <p:ph type="body" sz="quarter" idx="19"/>
          </p:nvPr>
        </p:nvSpPr>
        <p:spPr>
          <a:xfrm>
            <a:off x="4454613" y="2146300"/>
            <a:ext cx="4114318"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9" name="Titel 1">
            <a:extLst>
              <a:ext uri="{FF2B5EF4-FFF2-40B4-BE49-F238E27FC236}">
                <a16:creationId xmlns:a16="http://schemas.microsoft.com/office/drawing/2014/main" id="{510FEFE0-D72C-F443-9B81-354021876920}"/>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10" name="Textplatzhalter 12">
            <a:extLst>
              <a:ext uri="{FF2B5EF4-FFF2-40B4-BE49-F238E27FC236}">
                <a16:creationId xmlns:a16="http://schemas.microsoft.com/office/drawing/2014/main" id="{A438C7B2-5720-854E-865C-4917BB7F66E0}"/>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279025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Box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50E9381-637A-473C-9446-0C0212F9A3B8}"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D0374CC1-3FCF-D541-B9DA-2734DF3A5254}"/>
              </a:ext>
            </a:extLst>
          </p:cNvPr>
          <p:cNvSpPr>
            <a:spLocks noGrp="1"/>
          </p:cNvSpPr>
          <p:nvPr>
            <p:ph sz="quarter" idx="17"/>
          </p:nvPr>
        </p:nvSpPr>
        <p:spPr>
          <a:xfrm>
            <a:off x="575075" y="1844678"/>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11">
            <a:extLst>
              <a:ext uri="{FF2B5EF4-FFF2-40B4-BE49-F238E27FC236}">
                <a16:creationId xmlns:a16="http://schemas.microsoft.com/office/drawing/2014/main" id="{7FC42502-6D0A-6543-9636-FC855BC10086}"/>
              </a:ext>
            </a:extLst>
          </p:cNvPr>
          <p:cNvSpPr>
            <a:spLocks noGrp="1"/>
          </p:cNvSpPr>
          <p:nvPr>
            <p:ph sz="quarter" idx="19"/>
          </p:nvPr>
        </p:nvSpPr>
        <p:spPr>
          <a:xfrm>
            <a:off x="4658588" y="1844678"/>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855446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Boxen_2">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D743EAAA-14C6-4CFD-95C9-58E0B202FC8A}"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DE364A96-A444-0C4F-BC9A-48A076F7F8CB}"/>
              </a:ext>
            </a:extLst>
          </p:cNvPr>
          <p:cNvSpPr>
            <a:spLocks noGrp="1"/>
          </p:cNvSpPr>
          <p:nvPr>
            <p:ph sz="quarter" idx="19"/>
          </p:nvPr>
        </p:nvSpPr>
        <p:spPr>
          <a:xfrm>
            <a:off x="6009008" y="1848584"/>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12">
            <a:extLst>
              <a:ext uri="{FF2B5EF4-FFF2-40B4-BE49-F238E27FC236}">
                <a16:creationId xmlns:a16="http://schemas.microsoft.com/office/drawing/2014/main" id="{75CC146F-3DF1-0148-94B9-C6C2F5B38B2A}"/>
              </a:ext>
            </a:extLst>
          </p:cNvPr>
          <p:cNvSpPr>
            <a:spLocks noGrp="1"/>
          </p:cNvSpPr>
          <p:nvPr>
            <p:ph sz="quarter" idx="20"/>
          </p:nvPr>
        </p:nvSpPr>
        <p:spPr>
          <a:xfrm>
            <a:off x="575075" y="1844680"/>
            <a:ext cx="5293519" cy="45005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724802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Boxen">
    <p:spTree>
      <p:nvGrpSpPr>
        <p:cNvPr id="1" name=""/>
        <p:cNvGrpSpPr/>
        <p:nvPr/>
      </p:nvGrpSpPr>
      <p:grpSpPr>
        <a:xfrm>
          <a:off x="0" y="0"/>
          <a:ext cx="0" cy="0"/>
          <a:chOff x="0" y="0"/>
          <a:chExt cx="0" cy="0"/>
        </a:xfrm>
      </p:grpSpPr>
      <p:sp>
        <p:nvSpPr>
          <p:cNvPr id="9" name="Inhaltsplatzhalter 11">
            <a:extLst>
              <a:ext uri="{FF2B5EF4-FFF2-40B4-BE49-F238E27FC236}">
                <a16:creationId xmlns:a16="http://schemas.microsoft.com/office/drawing/2014/main" id="{F1DB381A-1D4F-8641-8BC7-AC7FCCF48E1C}"/>
              </a:ext>
            </a:extLst>
          </p:cNvPr>
          <p:cNvSpPr>
            <a:spLocks noGrp="1"/>
          </p:cNvSpPr>
          <p:nvPr>
            <p:ph sz="quarter" idx="19"/>
          </p:nvPr>
        </p:nvSpPr>
        <p:spPr>
          <a:xfrm>
            <a:off x="3292040" y="1847941"/>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Inhaltsplatzhalter 11">
            <a:extLst>
              <a:ext uri="{FF2B5EF4-FFF2-40B4-BE49-F238E27FC236}">
                <a16:creationId xmlns:a16="http://schemas.microsoft.com/office/drawing/2014/main" id="{973414A0-C8C8-284D-B89A-DB2BDCF9F0A1}"/>
              </a:ext>
            </a:extLst>
          </p:cNvPr>
          <p:cNvSpPr>
            <a:spLocks noGrp="1"/>
          </p:cNvSpPr>
          <p:nvPr>
            <p:ph sz="quarter" idx="20"/>
          </p:nvPr>
        </p:nvSpPr>
        <p:spPr>
          <a:xfrm>
            <a:off x="6009008" y="1848584"/>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59C01721-EC68-4F87-8F21-F90153895908}"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7D03B83F-BFE3-804C-A93D-E20236EB9DB8}"/>
              </a:ext>
            </a:extLst>
          </p:cNvPr>
          <p:cNvSpPr>
            <a:spLocks noGrp="1"/>
          </p:cNvSpPr>
          <p:nvPr>
            <p:ph sz="quarter" idx="17"/>
          </p:nvPr>
        </p:nvSpPr>
        <p:spPr>
          <a:xfrm>
            <a:off x="575072" y="1844678"/>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0217500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Box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B03ACCE-9233-4E30-9872-90FEEE7C9FCE}"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B26D481C-01FB-4A43-B97C-C994977FEA3A}"/>
              </a:ext>
            </a:extLst>
          </p:cNvPr>
          <p:cNvSpPr>
            <a:spLocks noGrp="1"/>
          </p:cNvSpPr>
          <p:nvPr>
            <p:ph sz="quarter" idx="17"/>
          </p:nvPr>
        </p:nvSpPr>
        <p:spPr>
          <a:xfrm>
            <a:off x="575072" y="1844678"/>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11">
            <a:extLst>
              <a:ext uri="{FF2B5EF4-FFF2-40B4-BE49-F238E27FC236}">
                <a16:creationId xmlns:a16="http://schemas.microsoft.com/office/drawing/2014/main" id="{375C8B13-40CB-FE44-96C6-73E409B4E577}"/>
              </a:ext>
            </a:extLst>
          </p:cNvPr>
          <p:cNvSpPr>
            <a:spLocks noGrp="1"/>
          </p:cNvSpPr>
          <p:nvPr>
            <p:ph sz="quarter" idx="19"/>
          </p:nvPr>
        </p:nvSpPr>
        <p:spPr>
          <a:xfrm>
            <a:off x="2609691" y="1845543"/>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Inhaltsplatzhalter 11">
            <a:extLst>
              <a:ext uri="{FF2B5EF4-FFF2-40B4-BE49-F238E27FC236}">
                <a16:creationId xmlns:a16="http://schemas.microsoft.com/office/drawing/2014/main" id="{AE34CF75-0E8A-8747-91E5-BAC90DDCF6CB}"/>
              </a:ext>
            </a:extLst>
          </p:cNvPr>
          <p:cNvSpPr>
            <a:spLocks noGrp="1"/>
          </p:cNvSpPr>
          <p:nvPr>
            <p:ph sz="quarter" idx="20"/>
          </p:nvPr>
        </p:nvSpPr>
        <p:spPr>
          <a:xfrm>
            <a:off x="4644311" y="1844678"/>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Inhaltsplatzhalter 11">
            <a:extLst>
              <a:ext uri="{FF2B5EF4-FFF2-40B4-BE49-F238E27FC236}">
                <a16:creationId xmlns:a16="http://schemas.microsoft.com/office/drawing/2014/main" id="{64CE4D9B-5855-1843-9E79-B1D8C0EAEACE}"/>
              </a:ext>
            </a:extLst>
          </p:cNvPr>
          <p:cNvSpPr>
            <a:spLocks noGrp="1"/>
          </p:cNvSpPr>
          <p:nvPr>
            <p:ph sz="quarter" idx="21"/>
          </p:nvPr>
        </p:nvSpPr>
        <p:spPr>
          <a:xfrm>
            <a:off x="6678930" y="1845543"/>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6272336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 Box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91E20CE-5AF7-47FF-B41F-5552291D42AB}"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3" name="Inhaltsplatzhalter 11">
            <a:extLst>
              <a:ext uri="{FF2B5EF4-FFF2-40B4-BE49-F238E27FC236}">
                <a16:creationId xmlns:a16="http://schemas.microsoft.com/office/drawing/2014/main" id="{0BCBE7A0-563B-3348-8E1F-40407758EA15}"/>
              </a:ext>
            </a:extLst>
          </p:cNvPr>
          <p:cNvSpPr>
            <a:spLocks noGrp="1"/>
          </p:cNvSpPr>
          <p:nvPr>
            <p:ph sz="quarter" idx="21"/>
          </p:nvPr>
        </p:nvSpPr>
        <p:spPr>
          <a:xfrm>
            <a:off x="575073"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7" name="Inhaltsplatzhalter 11">
            <a:extLst>
              <a:ext uri="{FF2B5EF4-FFF2-40B4-BE49-F238E27FC236}">
                <a16:creationId xmlns:a16="http://schemas.microsoft.com/office/drawing/2014/main" id="{A6FCC85E-175B-FB44-BA7F-FA92A016833A}"/>
              </a:ext>
            </a:extLst>
          </p:cNvPr>
          <p:cNvSpPr>
            <a:spLocks noGrp="1"/>
          </p:cNvSpPr>
          <p:nvPr>
            <p:ph sz="quarter" idx="23"/>
          </p:nvPr>
        </p:nvSpPr>
        <p:spPr>
          <a:xfrm>
            <a:off x="7083927"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9" name="Inhaltsplatzhalter 11">
            <a:extLst>
              <a:ext uri="{FF2B5EF4-FFF2-40B4-BE49-F238E27FC236}">
                <a16:creationId xmlns:a16="http://schemas.microsoft.com/office/drawing/2014/main" id="{F8C0592D-222C-5945-A3D4-6E473DB4AD7E}"/>
              </a:ext>
            </a:extLst>
          </p:cNvPr>
          <p:cNvSpPr>
            <a:spLocks noGrp="1"/>
          </p:cNvSpPr>
          <p:nvPr>
            <p:ph sz="quarter" idx="25"/>
          </p:nvPr>
        </p:nvSpPr>
        <p:spPr>
          <a:xfrm>
            <a:off x="2202287"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1" name="Inhaltsplatzhalter 11">
            <a:extLst>
              <a:ext uri="{FF2B5EF4-FFF2-40B4-BE49-F238E27FC236}">
                <a16:creationId xmlns:a16="http://schemas.microsoft.com/office/drawing/2014/main" id="{ED920EF8-7F75-494F-A563-7B6390F70E38}"/>
              </a:ext>
            </a:extLst>
          </p:cNvPr>
          <p:cNvSpPr>
            <a:spLocks noGrp="1"/>
          </p:cNvSpPr>
          <p:nvPr>
            <p:ph sz="quarter" idx="27"/>
          </p:nvPr>
        </p:nvSpPr>
        <p:spPr>
          <a:xfrm>
            <a:off x="3829500"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3" name="Inhaltsplatzhalter 11">
            <a:extLst>
              <a:ext uri="{FF2B5EF4-FFF2-40B4-BE49-F238E27FC236}">
                <a16:creationId xmlns:a16="http://schemas.microsoft.com/office/drawing/2014/main" id="{10B7848F-09FC-B845-9808-3BB9847168B3}"/>
              </a:ext>
            </a:extLst>
          </p:cNvPr>
          <p:cNvSpPr>
            <a:spLocks noGrp="1"/>
          </p:cNvSpPr>
          <p:nvPr>
            <p:ph sz="quarter" idx="29"/>
          </p:nvPr>
        </p:nvSpPr>
        <p:spPr>
          <a:xfrm>
            <a:off x="5456714"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953888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 Boxen">
    <p:spTree>
      <p:nvGrpSpPr>
        <p:cNvPr id="1" name=""/>
        <p:cNvGrpSpPr/>
        <p:nvPr/>
      </p:nvGrpSpPr>
      <p:grpSpPr>
        <a:xfrm>
          <a:off x="0" y="0"/>
          <a:ext cx="0" cy="0"/>
          <a:chOff x="0" y="0"/>
          <a:chExt cx="0" cy="0"/>
        </a:xfrm>
      </p:grpSpPr>
      <p:sp>
        <p:nvSpPr>
          <p:cNvPr id="16" name="Inhaltsplatzhalter 11">
            <a:extLst>
              <a:ext uri="{FF2B5EF4-FFF2-40B4-BE49-F238E27FC236}">
                <a16:creationId xmlns:a16="http://schemas.microsoft.com/office/drawing/2014/main" id="{EB600C3B-205A-8840-8CB2-34994DB33C61}"/>
              </a:ext>
            </a:extLst>
          </p:cNvPr>
          <p:cNvSpPr>
            <a:spLocks noGrp="1"/>
          </p:cNvSpPr>
          <p:nvPr>
            <p:ph sz="quarter" idx="29"/>
          </p:nvPr>
        </p:nvSpPr>
        <p:spPr>
          <a:xfrm>
            <a:off x="3254218"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Inhaltsplatzhalter 11">
            <a:extLst>
              <a:ext uri="{FF2B5EF4-FFF2-40B4-BE49-F238E27FC236}">
                <a16:creationId xmlns:a16="http://schemas.microsoft.com/office/drawing/2014/main" id="{1B50E3F4-87B8-FF4F-B530-1BC50B1C2B0E}"/>
              </a:ext>
            </a:extLst>
          </p:cNvPr>
          <p:cNvSpPr>
            <a:spLocks noGrp="1"/>
          </p:cNvSpPr>
          <p:nvPr>
            <p:ph sz="quarter" idx="30"/>
          </p:nvPr>
        </p:nvSpPr>
        <p:spPr>
          <a:xfrm>
            <a:off x="4593789"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9E77032-6B6D-4961-ACDA-2C60D6C79323}"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Inhaltsplatzhalter 11">
            <a:extLst>
              <a:ext uri="{FF2B5EF4-FFF2-40B4-BE49-F238E27FC236}">
                <a16:creationId xmlns:a16="http://schemas.microsoft.com/office/drawing/2014/main" id="{AB9E0A94-1CE1-9848-997A-74B9E1E19B58}"/>
              </a:ext>
            </a:extLst>
          </p:cNvPr>
          <p:cNvSpPr>
            <a:spLocks noGrp="1"/>
          </p:cNvSpPr>
          <p:nvPr>
            <p:ph sz="quarter" idx="21"/>
          </p:nvPr>
        </p:nvSpPr>
        <p:spPr>
          <a:xfrm>
            <a:off x="575076"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Inhaltsplatzhalter 11">
            <a:extLst>
              <a:ext uri="{FF2B5EF4-FFF2-40B4-BE49-F238E27FC236}">
                <a16:creationId xmlns:a16="http://schemas.microsoft.com/office/drawing/2014/main" id="{58029632-1AFD-D449-ADFD-324987F955EC}"/>
              </a:ext>
            </a:extLst>
          </p:cNvPr>
          <p:cNvSpPr>
            <a:spLocks noGrp="1"/>
          </p:cNvSpPr>
          <p:nvPr>
            <p:ph sz="quarter" idx="28"/>
          </p:nvPr>
        </p:nvSpPr>
        <p:spPr>
          <a:xfrm>
            <a:off x="1914647"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Inhaltsplatzhalter 11">
            <a:extLst>
              <a:ext uri="{FF2B5EF4-FFF2-40B4-BE49-F238E27FC236}">
                <a16:creationId xmlns:a16="http://schemas.microsoft.com/office/drawing/2014/main" id="{2BD72B60-7338-0E4B-8266-59863A5F3639}"/>
              </a:ext>
            </a:extLst>
          </p:cNvPr>
          <p:cNvSpPr>
            <a:spLocks noGrp="1"/>
          </p:cNvSpPr>
          <p:nvPr>
            <p:ph sz="quarter" idx="31"/>
          </p:nvPr>
        </p:nvSpPr>
        <p:spPr>
          <a:xfrm>
            <a:off x="5933361"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2" name="Inhaltsplatzhalter 11">
            <a:extLst>
              <a:ext uri="{FF2B5EF4-FFF2-40B4-BE49-F238E27FC236}">
                <a16:creationId xmlns:a16="http://schemas.microsoft.com/office/drawing/2014/main" id="{82E9D3E9-7ADC-6143-9B49-9AD19034E6C8}"/>
              </a:ext>
            </a:extLst>
          </p:cNvPr>
          <p:cNvSpPr>
            <a:spLocks noGrp="1"/>
          </p:cNvSpPr>
          <p:nvPr>
            <p:ph sz="quarter" idx="32"/>
          </p:nvPr>
        </p:nvSpPr>
        <p:spPr>
          <a:xfrm>
            <a:off x="7272932"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2631979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Boxen nur Bilder">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FACB931-1539-4565-8A08-E12C340426F8}"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0" name="Bildplatzhalter 9">
            <a:extLst>
              <a:ext uri="{FF2B5EF4-FFF2-40B4-BE49-F238E27FC236}">
                <a16:creationId xmlns:a16="http://schemas.microsoft.com/office/drawing/2014/main" id="{2429FA56-0CC5-BD47-94B3-89C45E93571C}"/>
              </a:ext>
            </a:extLst>
          </p:cNvPr>
          <p:cNvSpPr>
            <a:spLocks noGrp="1"/>
          </p:cNvSpPr>
          <p:nvPr>
            <p:ph type="pic" sz="quarter" idx="20"/>
          </p:nvPr>
        </p:nvSpPr>
        <p:spPr>
          <a:xfrm>
            <a:off x="575075" y="1844678"/>
            <a:ext cx="3915965" cy="3852863"/>
          </a:xfrm>
        </p:spPr>
        <p:txBody>
          <a:bodyPr/>
          <a:lstStyle/>
          <a:p>
            <a:endParaRPr lang="de-DE"/>
          </a:p>
        </p:txBody>
      </p:sp>
      <p:sp>
        <p:nvSpPr>
          <p:cNvPr id="12" name="Bildplatzhalter 9">
            <a:extLst>
              <a:ext uri="{FF2B5EF4-FFF2-40B4-BE49-F238E27FC236}">
                <a16:creationId xmlns:a16="http://schemas.microsoft.com/office/drawing/2014/main" id="{77B5854A-8476-4C40-85CD-9A0879FCDAC7}"/>
              </a:ext>
            </a:extLst>
          </p:cNvPr>
          <p:cNvSpPr>
            <a:spLocks noGrp="1"/>
          </p:cNvSpPr>
          <p:nvPr>
            <p:ph type="pic" sz="quarter" idx="21"/>
          </p:nvPr>
        </p:nvSpPr>
        <p:spPr>
          <a:xfrm>
            <a:off x="4652967" y="1844678"/>
            <a:ext cx="3915965" cy="3852863"/>
          </a:xfrm>
        </p:spPr>
        <p:txBody>
          <a:bodyPr/>
          <a:lstStyle/>
          <a:p>
            <a:endParaRPr lang="de-DE"/>
          </a:p>
        </p:txBody>
      </p:sp>
    </p:spTree>
    <p:extLst>
      <p:ext uri="{BB962C8B-B14F-4D97-AF65-F5344CB8AC3E}">
        <p14:creationId xmlns:p14="http://schemas.microsoft.com/office/powerpoint/2010/main" val="35595764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Box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1C09552E-2C2F-4073-A1CC-77411F5E27BD}"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2" name="Bildplatzhalter 9">
            <a:extLst>
              <a:ext uri="{FF2B5EF4-FFF2-40B4-BE49-F238E27FC236}">
                <a16:creationId xmlns:a16="http://schemas.microsoft.com/office/drawing/2014/main" id="{73D48443-2019-7D49-92DC-FB6E502E7BD7}"/>
              </a:ext>
            </a:extLst>
          </p:cNvPr>
          <p:cNvSpPr>
            <a:spLocks noGrp="1"/>
          </p:cNvSpPr>
          <p:nvPr>
            <p:ph type="pic" sz="quarter" idx="21"/>
          </p:nvPr>
        </p:nvSpPr>
        <p:spPr>
          <a:xfrm>
            <a:off x="575072" y="1844678"/>
            <a:ext cx="2565000" cy="3852863"/>
          </a:xfrm>
        </p:spPr>
        <p:txBody>
          <a:bodyPr/>
          <a:lstStyle/>
          <a:p>
            <a:endParaRPr lang="de-DE"/>
          </a:p>
        </p:txBody>
      </p:sp>
      <p:sp>
        <p:nvSpPr>
          <p:cNvPr id="13" name="Bildplatzhalter 9">
            <a:extLst>
              <a:ext uri="{FF2B5EF4-FFF2-40B4-BE49-F238E27FC236}">
                <a16:creationId xmlns:a16="http://schemas.microsoft.com/office/drawing/2014/main" id="{85405C73-13FA-F34E-9C27-90FAFBA7D588}"/>
              </a:ext>
            </a:extLst>
          </p:cNvPr>
          <p:cNvSpPr>
            <a:spLocks noGrp="1"/>
          </p:cNvSpPr>
          <p:nvPr>
            <p:ph type="pic" sz="quarter" idx="22"/>
          </p:nvPr>
        </p:nvSpPr>
        <p:spPr>
          <a:xfrm>
            <a:off x="3289500" y="1844678"/>
            <a:ext cx="2565000" cy="3852863"/>
          </a:xfrm>
        </p:spPr>
        <p:txBody>
          <a:bodyPr/>
          <a:lstStyle/>
          <a:p>
            <a:endParaRPr lang="de-DE"/>
          </a:p>
        </p:txBody>
      </p:sp>
      <p:sp>
        <p:nvSpPr>
          <p:cNvPr id="14" name="Bildplatzhalter 9">
            <a:extLst>
              <a:ext uri="{FF2B5EF4-FFF2-40B4-BE49-F238E27FC236}">
                <a16:creationId xmlns:a16="http://schemas.microsoft.com/office/drawing/2014/main" id="{A947A970-9D52-9B4C-B36C-1B3F0FDE052A}"/>
              </a:ext>
            </a:extLst>
          </p:cNvPr>
          <p:cNvSpPr>
            <a:spLocks noGrp="1"/>
          </p:cNvSpPr>
          <p:nvPr>
            <p:ph type="pic" sz="quarter" idx="23"/>
          </p:nvPr>
        </p:nvSpPr>
        <p:spPr>
          <a:xfrm>
            <a:off x="6003929" y="1844678"/>
            <a:ext cx="2565000" cy="3852863"/>
          </a:xfrm>
        </p:spPr>
        <p:txBody>
          <a:bodyPr/>
          <a:lstStyle/>
          <a:p>
            <a:endParaRPr lang="de-DE"/>
          </a:p>
        </p:txBody>
      </p:sp>
    </p:spTree>
    <p:extLst>
      <p:ext uri="{BB962C8B-B14F-4D97-AF65-F5344CB8AC3E}">
        <p14:creationId xmlns:p14="http://schemas.microsoft.com/office/powerpoint/2010/main" val="1922140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Box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BB3DF2B4-1718-4101-9E9A-A3BFC13B6AD3}"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3" name="Bildplatzhalter 9">
            <a:extLst>
              <a:ext uri="{FF2B5EF4-FFF2-40B4-BE49-F238E27FC236}">
                <a16:creationId xmlns:a16="http://schemas.microsoft.com/office/drawing/2014/main" id="{54D1C7E5-317B-5245-8EE3-9069ADC873F6}"/>
              </a:ext>
            </a:extLst>
          </p:cNvPr>
          <p:cNvSpPr>
            <a:spLocks noGrp="1"/>
          </p:cNvSpPr>
          <p:nvPr>
            <p:ph type="pic" sz="quarter" idx="21"/>
          </p:nvPr>
        </p:nvSpPr>
        <p:spPr>
          <a:xfrm>
            <a:off x="575072" y="1844678"/>
            <a:ext cx="1890000" cy="3852863"/>
          </a:xfrm>
        </p:spPr>
        <p:txBody>
          <a:bodyPr/>
          <a:lstStyle/>
          <a:p>
            <a:endParaRPr lang="de-DE"/>
          </a:p>
        </p:txBody>
      </p:sp>
      <p:sp>
        <p:nvSpPr>
          <p:cNvPr id="14" name="Bildplatzhalter 9">
            <a:extLst>
              <a:ext uri="{FF2B5EF4-FFF2-40B4-BE49-F238E27FC236}">
                <a16:creationId xmlns:a16="http://schemas.microsoft.com/office/drawing/2014/main" id="{B64071AE-D697-D343-A1C6-5B1853E701D4}"/>
              </a:ext>
            </a:extLst>
          </p:cNvPr>
          <p:cNvSpPr>
            <a:spLocks noGrp="1"/>
          </p:cNvSpPr>
          <p:nvPr>
            <p:ph type="pic" sz="quarter" idx="22"/>
          </p:nvPr>
        </p:nvSpPr>
        <p:spPr>
          <a:xfrm>
            <a:off x="2609691" y="1844678"/>
            <a:ext cx="1890000" cy="3852863"/>
          </a:xfrm>
        </p:spPr>
        <p:txBody>
          <a:bodyPr/>
          <a:lstStyle/>
          <a:p>
            <a:endParaRPr lang="de-DE"/>
          </a:p>
        </p:txBody>
      </p:sp>
      <p:sp>
        <p:nvSpPr>
          <p:cNvPr id="15" name="Bildplatzhalter 9">
            <a:extLst>
              <a:ext uri="{FF2B5EF4-FFF2-40B4-BE49-F238E27FC236}">
                <a16:creationId xmlns:a16="http://schemas.microsoft.com/office/drawing/2014/main" id="{E2D4DC29-D05E-DE4B-97FC-19F70EF6D817}"/>
              </a:ext>
            </a:extLst>
          </p:cNvPr>
          <p:cNvSpPr>
            <a:spLocks noGrp="1"/>
          </p:cNvSpPr>
          <p:nvPr>
            <p:ph type="pic" sz="quarter" idx="23"/>
          </p:nvPr>
        </p:nvSpPr>
        <p:spPr>
          <a:xfrm>
            <a:off x="6678929" y="1844678"/>
            <a:ext cx="1890000" cy="3852863"/>
          </a:xfrm>
        </p:spPr>
        <p:txBody>
          <a:bodyPr/>
          <a:lstStyle/>
          <a:p>
            <a:endParaRPr lang="de-DE"/>
          </a:p>
        </p:txBody>
      </p:sp>
      <p:sp>
        <p:nvSpPr>
          <p:cNvPr id="16" name="Bildplatzhalter 9">
            <a:extLst>
              <a:ext uri="{FF2B5EF4-FFF2-40B4-BE49-F238E27FC236}">
                <a16:creationId xmlns:a16="http://schemas.microsoft.com/office/drawing/2014/main" id="{15C9F399-65A7-7B40-BFC8-548423A1F2FE}"/>
              </a:ext>
            </a:extLst>
          </p:cNvPr>
          <p:cNvSpPr>
            <a:spLocks noGrp="1"/>
          </p:cNvSpPr>
          <p:nvPr>
            <p:ph type="pic" sz="quarter" idx="24"/>
          </p:nvPr>
        </p:nvSpPr>
        <p:spPr>
          <a:xfrm>
            <a:off x="4644310" y="1844678"/>
            <a:ext cx="1890000" cy="3852863"/>
          </a:xfrm>
        </p:spPr>
        <p:txBody>
          <a:bodyPr/>
          <a:lstStyle/>
          <a:p>
            <a:endParaRPr lang="de-DE"/>
          </a:p>
        </p:txBody>
      </p:sp>
    </p:spTree>
    <p:extLst>
      <p:ext uri="{BB962C8B-B14F-4D97-AF65-F5344CB8AC3E}">
        <p14:creationId xmlns:p14="http://schemas.microsoft.com/office/powerpoint/2010/main" val="20949731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 Box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572E232C-33A2-4756-812E-5396AEA9B320}"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Bildplatzhalter 9">
            <a:extLst>
              <a:ext uri="{FF2B5EF4-FFF2-40B4-BE49-F238E27FC236}">
                <a16:creationId xmlns:a16="http://schemas.microsoft.com/office/drawing/2014/main" id="{BDA831BF-6ABC-844D-85A7-AA34B5EF4F98}"/>
              </a:ext>
            </a:extLst>
          </p:cNvPr>
          <p:cNvSpPr>
            <a:spLocks noGrp="1"/>
          </p:cNvSpPr>
          <p:nvPr>
            <p:ph type="pic" sz="quarter" idx="21"/>
          </p:nvPr>
        </p:nvSpPr>
        <p:spPr>
          <a:xfrm>
            <a:off x="575072" y="1844678"/>
            <a:ext cx="1485000" cy="3852863"/>
          </a:xfrm>
        </p:spPr>
        <p:txBody>
          <a:bodyPr/>
          <a:lstStyle/>
          <a:p>
            <a:endParaRPr lang="de-DE"/>
          </a:p>
        </p:txBody>
      </p:sp>
      <p:sp>
        <p:nvSpPr>
          <p:cNvPr id="15" name="Bildplatzhalter 9">
            <a:extLst>
              <a:ext uri="{FF2B5EF4-FFF2-40B4-BE49-F238E27FC236}">
                <a16:creationId xmlns:a16="http://schemas.microsoft.com/office/drawing/2014/main" id="{788597FB-B101-5F47-990D-10505D553C72}"/>
              </a:ext>
            </a:extLst>
          </p:cNvPr>
          <p:cNvSpPr>
            <a:spLocks noGrp="1"/>
          </p:cNvSpPr>
          <p:nvPr>
            <p:ph type="pic" sz="quarter" idx="22"/>
          </p:nvPr>
        </p:nvSpPr>
        <p:spPr>
          <a:xfrm>
            <a:off x="2202286" y="1844678"/>
            <a:ext cx="1485000" cy="3852863"/>
          </a:xfrm>
        </p:spPr>
        <p:txBody>
          <a:bodyPr/>
          <a:lstStyle/>
          <a:p>
            <a:endParaRPr lang="de-DE"/>
          </a:p>
        </p:txBody>
      </p:sp>
      <p:sp>
        <p:nvSpPr>
          <p:cNvPr id="16" name="Bildplatzhalter 9">
            <a:extLst>
              <a:ext uri="{FF2B5EF4-FFF2-40B4-BE49-F238E27FC236}">
                <a16:creationId xmlns:a16="http://schemas.microsoft.com/office/drawing/2014/main" id="{EFFB6518-2E19-BD4B-8F8E-B04E173150B0}"/>
              </a:ext>
            </a:extLst>
          </p:cNvPr>
          <p:cNvSpPr>
            <a:spLocks noGrp="1"/>
          </p:cNvSpPr>
          <p:nvPr>
            <p:ph type="pic" sz="quarter" idx="23"/>
          </p:nvPr>
        </p:nvSpPr>
        <p:spPr>
          <a:xfrm>
            <a:off x="5456713" y="1844678"/>
            <a:ext cx="1485000" cy="3852863"/>
          </a:xfrm>
        </p:spPr>
        <p:txBody>
          <a:bodyPr/>
          <a:lstStyle/>
          <a:p>
            <a:endParaRPr lang="de-DE"/>
          </a:p>
        </p:txBody>
      </p:sp>
      <p:sp>
        <p:nvSpPr>
          <p:cNvPr id="18" name="Bildplatzhalter 9">
            <a:extLst>
              <a:ext uri="{FF2B5EF4-FFF2-40B4-BE49-F238E27FC236}">
                <a16:creationId xmlns:a16="http://schemas.microsoft.com/office/drawing/2014/main" id="{BE8D03E0-B609-7A4C-99AE-A3C3EB083F0E}"/>
              </a:ext>
            </a:extLst>
          </p:cNvPr>
          <p:cNvSpPr>
            <a:spLocks noGrp="1"/>
          </p:cNvSpPr>
          <p:nvPr>
            <p:ph type="pic" sz="quarter" idx="24"/>
          </p:nvPr>
        </p:nvSpPr>
        <p:spPr>
          <a:xfrm>
            <a:off x="3829499" y="1844678"/>
            <a:ext cx="1485000" cy="3852863"/>
          </a:xfrm>
        </p:spPr>
        <p:txBody>
          <a:bodyPr/>
          <a:lstStyle/>
          <a:p>
            <a:endParaRPr lang="de-DE"/>
          </a:p>
        </p:txBody>
      </p:sp>
      <p:sp>
        <p:nvSpPr>
          <p:cNvPr id="20" name="Bildplatzhalter 9">
            <a:extLst>
              <a:ext uri="{FF2B5EF4-FFF2-40B4-BE49-F238E27FC236}">
                <a16:creationId xmlns:a16="http://schemas.microsoft.com/office/drawing/2014/main" id="{32A364FD-F8DD-7E4B-9BA0-4D2AC0769DA9}"/>
              </a:ext>
            </a:extLst>
          </p:cNvPr>
          <p:cNvSpPr>
            <a:spLocks noGrp="1"/>
          </p:cNvSpPr>
          <p:nvPr>
            <p:ph type="pic" sz="quarter" idx="25"/>
          </p:nvPr>
        </p:nvSpPr>
        <p:spPr>
          <a:xfrm>
            <a:off x="7083928" y="1844678"/>
            <a:ext cx="1485000" cy="3852863"/>
          </a:xfrm>
        </p:spPr>
        <p:txBody>
          <a:bodyPr/>
          <a:lstStyle/>
          <a:p>
            <a:endParaRPr lang="de-DE"/>
          </a:p>
        </p:txBody>
      </p:sp>
    </p:spTree>
    <p:extLst>
      <p:ext uri="{BB962C8B-B14F-4D97-AF65-F5344CB8AC3E}">
        <p14:creationId xmlns:p14="http://schemas.microsoft.com/office/powerpoint/2010/main" val="33877937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68DEF97A-1817-4488-BD9D-4E79BF2CBE4E}"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4E6B1CDF-B865-C641-9DB8-E0416FD55452}"/>
              </a:ext>
            </a:extLst>
          </p:cNvPr>
          <p:cNvSpPr>
            <a:spLocks noGrp="1"/>
          </p:cNvSpPr>
          <p:nvPr>
            <p:ph sz="quarter" idx="17"/>
          </p:nvPr>
        </p:nvSpPr>
        <p:spPr>
          <a:xfrm>
            <a:off x="575075" y="2474686"/>
            <a:ext cx="3915965"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8">
            <a:extLst>
              <a:ext uri="{FF2B5EF4-FFF2-40B4-BE49-F238E27FC236}">
                <a16:creationId xmlns:a16="http://schemas.microsoft.com/office/drawing/2014/main" id="{2376F209-9B92-FC4B-BE14-10ACD80EF89E}"/>
              </a:ext>
            </a:extLst>
          </p:cNvPr>
          <p:cNvSpPr>
            <a:spLocks noGrp="1"/>
          </p:cNvSpPr>
          <p:nvPr>
            <p:ph type="body" sz="quarter" idx="19"/>
          </p:nvPr>
        </p:nvSpPr>
        <p:spPr>
          <a:xfrm>
            <a:off x="575075"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0" name="Textplatzhalter 8">
            <a:extLst>
              <a:ext uri="{FF2B5EF4-FFF2-40B4-BE49-F238E27FC236}">
                <a16:creationId xmlns:a16="http://schemas.microsoft.com/office/drawing/2014/main" id="{F72F01EF-17C2-544A-BACC-116053D60997}"/>
              </a:ext>
            </a:extLst>
          </p:cNvPr>
          <p:cNvSpPr>
            <a:spLocks noGrp="1"/>
          </p:cNvSpPr>
          <p:nvPr>
            <p:ph type="body" sz="quarter" idx="20"/>
          </p:nvPr>
        </p:nvSpPr>
        <p:spPr>
          <a:xfrm>
            <a:off x="4652967"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2" name="Inhaltsplatzhalter 11">
            <a:extLst>
              <a:ext uri="{FF2B5EF4-FFF2-40B4-BE49-F238E27FC236}">
                <a16:creationId xmlns:a16="http://schemas.microsoft.com/office/drawing/2014/main" id="{F0BB8473-DBC3-8443-8C7D-CB85F3DBCB80}"/>
              </a:ext>
            </a:extLst>
          </p:cNvPr>
          <p:cNvSpPr>
            <a:spLocks noGrp="1"/>
          </p:cNvSpPr>
          <p:nvPr>
            <p:ph sz="quarter" idx="21"/>
          </p:nvPr>
        </p:nvSpPr>
        <p:spPr>
          <a:xfrm>
            <a:off x="4652967" y="2465274"/>
            <a:ext cx="3915965"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7474643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D4322FEB-6E68-4BAB-B169-A48088670984}"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F048DEFA-6D34-254E-A9C2-94B7FB615B10}"/>
              </a:ext>
            </a:extLst>
          </p:cNvPr>
          <p:cNvSpPr>
            <a:spLocks noGrp="1"/>
          </p:cNvSpPr>
          <p:nvPr>
            <p:ph sz="quarter" idx="20"/>
          </p:nvPr>
        </p:nvSpPr>
        <p:spPr>
          <a:xfrm>
            <a:off x="575075" y="2474686"/>
            <a:ext cx="2565797"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8">
            <a:extLst>
              <a:ext uri="{FF2B5EF4-FFF2-40B4-BE49-F238E27FC236}">
                <a16:creationId xmlns:a16="http://schemas.microsoft.com/office/drawing/2014/main" id="{A6A296C5-A241-4640-BDBB-9A79612127D4}"/>
              </a:ext>
            </a:extLst>
          </p:cNvPr>
          <p:cNvSpPr>
            <a:spLocks noGrp="1"/>
          </p:cNvSpPr>
          <p:nvPr>
            <p:ph type="body" sz="quarter" idx="21"/>
          </p:nvPr>
        </p:nvSpPr>
        <p:spPr>
          <a:xfrm>
            <a:off x="575075" y="1844675"/>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0" name="Inhaltsplatzhalter 11">
            <a:extLst>
              <a:ext uri="{FF2B5EF4-FFF2-40B4-BE49-F238E27FC236}">
                <a16:creationId xmlns:a16="http://schemas.microsoft.com/office/drawing/2014/main" id="{B946F3C0-3FED-CB42-BF69-16BF4E1EFC35}"/>
              </a:ext>
            </a:extLst>
          </p:cNvPr>
          <p:cNvSpPr>
            <a:spLocks noGrp="1"/>
          </p:cNvSpPr>
          <p:nvPr>
            <p:ph sz="quarter" idx="22"/>
          </p:nvPr>
        </p:nvSpPr>
        <p:spPr>
          <a:xfrm>
            <a:off x="3280854" y="2478032"/>
            <a:ext cx="2565797"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8">
            <a:extLst>
              <a:ext uri="{FF2B5EF4-FFF2-40B4-BE49-F238E27FC236}">
                <a16:creationId xmlns:a16="http://schemas.microsoft.com/office/drawing/2014/main" id="{BE6EF52F-7F5A-E84C-929A-3BC5548EBFEE}"/>
              </a:ext>
            </a:extLst>
          </p:cNvPr>
          <p:cNvSpPr>
            <a:spLocks noGrp="1"/>
          </p:cNvSpPr>
          <p:nvPr>
            <p:ph type="body" sz="quarter" idx="23"/>
          </p:nvPr>
        </p:nvSpPr>
        <p:spPr>
          <a:xfrm>
            <a:off x="3280854" y="1848021"/>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3" name="Inhaltsplatzhalter 11">
            <a:extLst>
              <a:ext uri="{FF2B5EF4-FFF2-40B4-BE49-F238E27FC236}">
                <a16:creationId xmlns:a16="http://schemas.microsoft.com/office/drawing/2014/main" id="{115858E5-217D-5B41-BBF7-33777FB3D710}"/>
              </a:ext>
            </a:extLst>
          </p:cNvPr>
          <p:cNvSpPr>
            <a:spLocks noGrp="1"/>
          </p:cNvSpPr>
          <p:nvPr>
            <p:ph sz="quarter" idx="24"/>
          </p:nvPr>
        </p:nvSpPr>
        <p:spPr>
          <a:xfrm>
            <a:off x="6003134" y="2472560"/>
            <a:ext cx="2565797"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8">
            <a:extLst>
              <a:ext uri="{FF2B5EF4-FFF2-40B4-BE49-F238E27FC236}">
                <a16:creationId xmlns:a16="http://schemas.microsoft.com/office/drawing/2014/main" id="{8C2B4A6D-6297-6940-90BF-648A66F9B169}"/>
              </a:ext>
            </a:extLst>
          </p:cNvPr>
          <p:cNvSpPr>
            <a:spLocks noGrp="1"/>
          </p:cNvSpPr>
          <p:nvPr>
            <p:ph type="body" sz="quarter" idx="25"/>
          </p:nvPr>
        </p:nvSpPr>
        <p:spPr>
          <a:xfrm>
            <a:off x="6003134" y="1842549"/>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Tree>
    <p:extLst>
      <p:ext uri="{BB962C8B-B14F-4D97-AF65-F5344CB8AC3E}">
        <p14:creationId xmlns:p14="http://schemas.microsoft.com/office/powerpoint/2010/main" val="30805792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B6CFB209-BC8F-4B18-8730-D809D3621A79}"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Textplatzhalter 8">
            <a:extLst>
              <a:ext uri="{FF2B5EF4-FFF2-40B4-BE49-F238E27FC236}">
                <a16:creationId xmlns:a16="http://schemas.microsoft.com/office/drawing/2014/main" id="{F3B5A30A-EA6A-2B4C-8A09-F812CCDFF3F2}"/>
              </a:ext>
            </a:extLst>
          </p:cNvPr>
          <p:cNvSpPr>
            <a:spLocks noGrp="1"/>
          </p:cNvSpPr>
          <p:nvPr>
            <p:ph type="body" sz="quarter" idx="24"/>
          </p:nvPr>
        </p:nvSpPr>
        <p:spPr>
          <a:xfrm>
            <a:off x="260969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9" name="Textplatzhalter 8">
            <a:extLst>
              <a:ext uri="{FF2B5EF4-FFF2-40B4-BE49-F238E27FC236}">
                <a16:creationId xmlns:a16="http://schemas.microsoft.com/office/drawing/2014/main" id="{65B9BC1F-769C-6447-B937-AC924C2F3641}"/>
              </a:ext>
            </a:extLst>
          </p:cNvPr>
          <p:cNvSpPr>
            <a:spLocks noGrp="1"/>
          </p:cNvSpPr>
          <p:nvPr>
            <p:ph type="body" sz="quarter" idx="26"/>
          </p:nvPr>
        </p:nvSpPr>
        <p:spPr>
          <a:xfrm>
            <a:off x="464431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0" name="Inhaltsplatzhalter 11">
            <a:extLst>
              <a:ext uri="{FF2B5EF4-FFF2-40B4-BE49-F238E27FC236}">
                <a16:creationId xmlns:a16="http://schemas.microsoft.com/office/drawing/2014/main" id="{89041ABE-EC41-0F40-8206-B7634E48E5C3}"/>
              </a:ext>
            </a:extLst>
          </p:cNvPr>
          <p:cNvSpPr>
            <a:spLocks noGrp="1"/>
          </p:cNvSpPr>
          <p:nvPr>
            <p:ph sz="quarter" idx="27"/>
          </p:nvPr>
        </p:nvSpPr>
        <p:spPr>
          <a:xfrm>
            <a:off x="6678930"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8">
            <a:extLst>
              <a:ext uri="{FF2B5EF4-FFF2-40B4-BE49-F238E27FC236}">
                <a16:creationId xmlns:a16="http://schemas.microsoft.com/office/drawing/2014/main" id="{E5D43AC8-3D08-CD4A-A2D1-BB8FE7A7D3DB}"/>
              </a:ext>
            </a:extLst>
          </p:cNvPr>
          <p:cNvSpPr>
            <a:spLocks noGrp="1"/>
          </p:cNvSpPr>
          <p:nvPr>
            <p:ph type="body" sz="quarter" idx="28"/>
          </p:nvPr>
        </p:nvSpPr>
        <p:spPr>
          <a:xfrm>
            <a:off x="6678930"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3" name="Inhaltsplatzhalter 11">
            <a:extLst>
              <a:ext uri="{FF2B5EF4-FFF2-40B4-BE49-F238E27FC236}">
                <a16:creationId xmlns:a16="http://schemas.microsoft.com/office/drawing/2014/main" id="{0BCBE7A0-563B-3348-8E1F-40407758EA15}"/>
              </a:ext>
            </a:extLst>
          </p:cNvPr>
          <p:cNvSpPr>
            <a:spLocks noGrp="1"/>
          </p:cNvSpPr>
          <p:nvPr>
            <p:ph sz="quarter" idx="21"/>
          </p:nvPr>
        </p:nvSpPr>
        <p:spPr>
          <a:xfrm>
            <a:off x="575075"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5"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5" name="Inhaltsplatzhalter 11">
            <a:extLst>
              <a:ext uri="{FF2B5EF4-FFF2-40B4-BE49-F238E27FC236}">
                <a16:creationId xmlns:a16="http://schemas.microsoft.com/office/drawing/2014/main" id="{6FCA5EB4-875E-E245-898A-B96B00B774C9}"/>
              </a:ext>
            </a:extLst>
          </p:cNvPr>
          <p:cNvSpPr>
            <a:spLocks noGrp="1"/>
          </p:cNvSpPr>
          <p:nvPr>
            <p:ph sz="quarter" idx="23"/>
          </p:nvPr>
        </p:nvSpPr>
        <p:spPr>
          <a:xfrm>
            <a:off x="2609694"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Inhaltsplatzhalter 11">
            <a:extLst>
              <a:ext uri="{FF2B5EF4-FFF2-40B4-BE49-F238E27FC236}">
                <a16:creationId xmlns:a16="http://schemas.microsoft.com/office/drawing/2014/main" id="{F64C7463-043C-6E42-A5B4-A59DC0F96E5F}"/>
              </a:ext>
            </a:extLst>
          </p:cNvPr>
          <p:cNvSpPr>
            <a:spLocks noGrp="1"/>
          </p:cNvSpPr>
          <p:nvPr>
            <p:ph sz="quarter" idx="25"/>
          </p:nvPr>
        </p:nvSpPr>
        <p:spPr>
          <a:xfrm>
            <a:off x="4644314"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2563297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 Boxen_Balken">
    <p:spTree>
      <p:nvGrpSpPr>
        <p:cNvPr id="1" name=""/>
        <p:cNvGrpSpPr/>
        <p:nvPr/>
      </p:nvGrpSpPr>
      <p:grpSpPr>
        <a:xfrm>
          <a:off x="0" y="0"/>
          <a:ext cx="0" cy="0"/>
          <a:chOff x="0" y="0"/>
          <a:chExt cx="0" cy="0"/>
        </a:xfrm>
      </p:grpSpPr>
      <p:sp>
        <p:nvSpPr>
          <p:cNvPr id="21" name="Inhaltsplatzhalter 11">
            <a:extLst>
              <a:ext uri="{FF2B5EF4-FFF2-40B4-BE49-F238E27FC236}">
                <a16:creationId xmlns:a16="http://schemas.microsoft.com/office/drawing/2014/main" id="{ED920EF8-7F75-494F-A563-7B6390F70E38}"/>
              </a:ext>
            </a:extLst>
          </p:cNvPr>
          <p:cNvSpPr>
            <a:spLocks noGrp="1"/>
          </p:cNvSpPr>
          <p:nvPr>
            <p:ph sz="quarter" idx="27"/>
          </p:nvPr>
        </p:nvSpPr>
        <p:spPr>
          <a:xfrm>
            <a:off x="3829500" y="2484302"/>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3" name="Inhaltsplatzhalter 11">
            <a:extLst>
              <a:ext uri="{FF2B5EF4-FFF2-40B4-BE49-F238E27FC236}">
                <a16:creationId xmlns:a16="http://schemas.microsoft.com/office/drawing/2014/main" id="{10B7848F-09FC-B845-9808-3BB9847168B3}"/>
              </a:ext>
            </a:extLst>
          </p:cNvPr>
          <p:cNvSpPr>
            <a:spLocks noGrp="1"/>
          </p:cNvSpPr>
          <p:nvPr>
            <p:ph sz="quarter" idx="29"/>
          </p:nvPr>
        </p:nvSpPr>
        <p:spPr>
          <a:xfrm>
            <a:off x="5456714" y="2484529"/>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CC97E81-511D-4F83-A09F-F3BF6EAD69A4}"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3" name="Inhaltsplatzhalter 11">
            <a:extLst>
              <a:ext uri="{FF2B5EF4-FFF2-40B4-BE49-F238E27FC236}">
                <a16:creationId xmlns:a16="http://schemas.microsoft.com/office/drawing/2014/main" id="{0BCBE7A0-563B-3348-8E1F-40407758EA15}"/>
              </a:ext>
            </a:extLst>
          </p:cNvPr>
          <p:cNvSpPr>
            <a:spLocks noGrp="1"/>
          </p:cNvSpPr>
          <p:nvPr>
            <p:ph sz="quarter" idx="21"/>
          </p:nvPr>
        </p:nvSpPr>
        <p:spPr>
          <a:xfrm>
            <a:off x="575073" y="2474686"/>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3"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7" name="Inhaltsplatzhalter 11">
            <a:extLst>
              <a:ext uri="{FF2B5EF4-FFF2-40B4-BE49-F238E27FC236}">
                <a16:creationId xmlns:a16="http://schemas.microsoft.com/office/drawing/2014/main" id="{A6FCC85E-175B-FB44-BA7F-FA92A016833A}"/>
              </a:ext>
            </a:extLst>
          </p:cNvPr>
          <p:cNvSpPr>
            <a:spLocks noGrp="1"/>
          </p:cNvSpPr>
          <p:nvPr>
            <p:ph sz="quarter" idx="23"/>
          </p:nvPr>
        </p:nvSpPr>
        <p:spPr>
          <a:xfrm>
            <a:off x="7083927" y="2474686"/>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Textplatzhalter 8">
            <a:extLst>
              <a:ext uri="{FF2B5EF4-FFF2-40B4-BE49-F238E27FC236}">
                <a16:creationId xmlns:a16="http://schemas.microsoft.com/office/drawing/2014/main" id="{97630F1D-6118-FA4B-AFF4-D1A15F411482}"/>
              </a:ext>
            </a:extLst>
          </p:cNvPr>
          <p:cNvSpPr>
            <a:spLocks noGrp="1"/>
          </p:cNvSpPr>
          <p:nvPr>
            <p:ph type="body" sz="quarter" idx="24"/>
          </p:nvPr>
        </p:nvSpPr>
        <p:spPr>
          <a:xfrm>
            <a:off x="7083927"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9" name="Inhaltsplatzhalter 11">
            <a:extLst>
              <a:ext uri="{FF2B5EF4-FFF2-40B4-BE49-F238E27FC236}">
                <a16:creationId xmlns:a16="http://schemas.microsoft.com/office/drawing/2014/main" id="{F8C0592D-222C-5945-A3D4-6E473DB4AD7E}"/>
              </a:ext>
            </a:extLst>
          </p:cNvPr>
          <p:cNvSpPr>
            <a:spLocks noGrp="1"/>
          </p:cNvSpPr>
          <p:nvPr>
            <p:ph sz="quarter" idx="25"/>
          </p:nvPr>
        </p:nvSpPr>
        <p:spPr>
          <a:xfrm>
            <a:off x="2202287" y="2479956"/>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Textplatzhalter 8">
            <a:extLst>
              <a:ext uri="{FF2B5EF4-FFF2-40B4-BE49-F238E27FC236}">
                <a16:creationId xmlns:a16="http://schemas.microsoft.com/office/drawing/2014/main" id="{79C1A282-1E4A-6E42-AE76-E37A6297399E}"/>
              </a:ext>
            </a:extLst>
          </p:cNvPr>
          <p:cNvSpPr>
            <a:spLocks noGrp="1"/>
          </p:cNvSpPr>
          <p:nvPr>
            <p:ph type="body" sz="quarter" idx="26"/>
          </p:nvPr>
        </p:nvSpPr>
        <p:spPr>
          <a:xfrm>
            <a:off x="2202287" y="184994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2" name="Textplatzhalter 8">
            <a:extLst>
              <a:ext uri="{FF2B5EF4-FFF2-40B4-BE49-F238E27FC236}">
                <a16:creationId xmlns:a16="http://schemas.microsoft.com/office/drawing/2014/main" id="{6F735D66-79B9-5E4E-BC72-02E270088C17}"/>
              </a:ext>
            </a:extLst>
          </p:cNvPr>
          <p:cNvSpPr>
            <a:spLocks noGrp="1"/>
          </p:cNvSpPr>
          <p:nvPr>
            <p:ph type="body" sz="quarter" idx="28"/>
          </p:nvPr>
        </p:nvSpPr>
        <p:spPr>
          <a:xfrm>
            <a:off x="3829500" y="1854291"/>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4" name="Textplatzhalter 8">
            <a:extLst>
              <a:ext uri="{FF2B5EF4-FFF2-40B4-BE49-F238E27FC236}">
                <a16:creationId xmlns:a16="http://schemas.microsoft.com/office/drawing/2014/main" id="{2FAED683-64E7-8843-857E-E8F6DEFCE245}"/>
              </a:ext>
            </a:extLst>
          </p:cNvPr>
          <p:cNvSpPr>
            <a:spLocks noGrp="1"/>
          </p:cNvSpPr>
          <p:nvPr>
            <p:ph type="body" sz="quarter" idx="30"/>
          </p:nvPr>
        </p:nvSpPr>
        <p:spPr>
          <a:xfrm>
            <a:off x="5456714" y="1854518"/>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Tree>
    <p:extLst>
      <p:ext uri="{BB962C8B-B14F-4D97-AF65-F5344CB8AC3E}">
        <p14:creationId xmlns:p14="http://schemas.microsoft.com/office/powerpoint/2010/main" val="33906295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 Boxen_Balken">
    <p:spTree>
      <p:nvGrpSpPr>
        <p:cNvPr id="1" name=""/>
        <p:cNvGrpSpPr/>
        <p:nvPr/>
      </p:nvGrpSpPr>
      <p:grpSpPr>
        <a:xfrm>
          <a:off x="0" y="0"/>
          <a:ext cx="0" cy="0"/>
          <a:chOff x="0" y="0"/>
          <a:chExt cx="0" cy="0"/>
        </a:xfrm>
      </p:grpSpPr>
      <p:sp>
        <p:nvSpPr>
          <p:cNvPr id="17" name="Inhaltsplatzhalter 11">
            <a:extLst>
              <a:ext uri="{FF2B5EF4-FFF2-40B4-BE49-F238E27FC236}">
                <a16:creationId xmlns:a16="http://schemas.microsoft.com/office/drawing/2014/main" id="{F94D13EC-0AC1-F042-811F-45712A1F6F06}"/>
              </a:ext>
            </a:extLst>
          </p:cNvPr>
          <p:cNvSpPr>
            <a:spLocks noGrp="1"/>
          </p:cNvSpPr>
          <p:nvPr>
            <p:ph sz="quarter" idx="29"/>
          </p:nvPr>
        </p:nvSpPr>
        <p:spPr>
          <a:xfrm>
            <a:off x="3254218"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Inhaltsplatzhalter 11">
            <a:extLst>
              <a:ext uri="{FF2B5EF4-FFF2-40B4-BE49-F238E27FC236}">
                <a16:creationId xmlns:a16="http://schemas.microsoft.com/office/drawing/2014/main" id="{C2E8A348-02B3-EF4E-8E28-B117B1CF5BC4}"/>
              </a:ext>
            </a:extLst>
          </p:cNvPr>
          <p:cNvSpPr>
            <a:spLocks noGrp="1"/>
          </p:cNvSpPr>
          <p:nvPr>
            <p:ph sz="quarter" idx="30"/>
          </p:nvPr>
        </p:nvSpPr>
        <p:spPr>
          <a:xfrm>
            <a:off x="4593789"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EED81D08-71AB-43EE-AE61-BF131F875A04}"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B8B243F0-F322-7142-BE8C-188257C8D214}"/>
              </a:ext>
            </a:extLst>
          </p:cNvPr>
          <p:cNvSpPr>
            <a:spLocks noGrp="1"/>
          </p:cNvSpPr>
          <p:nvPr>
            <p:ph sz="quarter" idx="21"/>
          </p:nvPr>
        </p:nvSpPr>
        <p:spPr>
          <a:xfrm>
            <a:off x="575076"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8">
            <a:extLst>
              <a:ext uri="{FF2B5EF4-FFF2-40B4-BE49-F238E27FC236}">
                <a16:creationId xmlns:a16="http://schemas.microsoft.com/office/drawing/2014/main" id="{01BE5851-4612-6744-84F3-F86C9C83DBED}"/>
              </a:ext>
            </a:extLst>
          </p:cNvPr>
          <p:cNvSpPr>
            <a:spLocks noGrp="1"/>
          </p:cNvSpPr>
          <p:nvPr>
            <p:ph type="body" sz="quarter" idx="22"/>
          </p:nvPr>
        </p:nvSpPr>
        <p:spPr>
          <a:xfrm>
            <a:off x="575073"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0" name="Textplatzhalter 8">
            <a:extLst>
              <a:ext uri="{FF2B5EF4-FFF2-40B4-BE49-F238E27FC236}">
                <a16:creationId xmlns:a16="http://schemas.microsoft.com/office/drawing/2014/main" id="{DEBA4FCB-ECA6-804C-B74F-7DD21B672FA6}"/>
              </a:ext>
            </a:extLst>
          </p:cNvPr>
          <p:cNvSpPr>
            <a:spLocks noGrp="1"/>
          </p:cNvSpPr>
          <p:nvPr>
            <p:ph type="body" sz="quarter" idx="23"/>
          </p:nvPr>
        </p:nvSpPr>
        <p:spPr>
          <a:xfrm>
            <a:off x="1914569"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2" name="Textplatzhalter 8">
            <a:extLst>
              <a:ext uri="{FF2B5EF4-FFF2-40B4-BE49-F238E27FC236}">
                <a16:creationId xmlns:a16="http://schemas.microsoft.com/office/drawing/2014/main" id="{6441D124-3E48-F641-B330-F698EC29E928}"/>
              </a:ext>
            </a:extLst>
          </p:cNvPr>
          <p:cNvSpPr>
            <a:spLocks noGrp="1"/>
          </p:cNvSpPr>
          <p:nvPr>
            <p:ph type="body" sz="quarter" idx="24"/>
          </p:nvPr>
        </p:nvSpPr>
        <p:spPr>
          <a:xfrm>
            <a:off x="3254066"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3" name="Textplatzhalter 8">
            <a:extLst>
              <a:ext uri="{FF2B5EF4-FFF2-40B4-BE49-F238E27FC236}">
                <a16:creationId xmlns:a16="http://schemas.microsoft.com/office/drawing/2014/main" id="{D42CAF64-6F02-1D4B-B74E-AAFFA66B162C}"/>
              </a:ext>
            </a:extLst>
          </p:cNvPr>
          <p:cNvSpPr>
            <a:spLocks noGrp="1"/>
          </p:cNvSpPr>
          <p:nvPr>
            <p:ph type="body" sz="quarter" idx="25"/>
          </p:nvPr>
        </p:nvSpPr>
        <p:spPr>
          <a:xfrm>
            <a:off x="4593562" y="1844448"/>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4" name="Textplatzhalter 8">
            <a:extLst>
              <a:ext uri="{FF2B5EF4-FFF2-40B4-BE49-F238E27FC236}">
                <a16:creationId xmlns:a16="http://schemas.microsoft.com/office/drawing/2014/main" id="{8434DBEE-20A1-F249-8A3B-5BA498552634}"/>
              </a:ext>
            </a:extLst>
          </p:cNvPr>
          <p:cNvSpPr>
            <a:spLocks noGrp="1"/>
          </p:cNvSpPr>
          <p:nvPr>
            <p:ph type="body" sz="quarter" idx="26"/>
          </p:nvPr>
        </p:nvSpPr>
        <p:spPr>
          <a:xfrm>
            <a:off x="5933058"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5" name="Textplatzhalter 8">
            <a:extLst>
              <a:ext uri="{FF2B5EF4-FFF2-40B4-BE49-F238E27FC236}">
                <a16:creationId xmlns:a16="http://schemas.microsoft.com/office/drawing/2014/main" id="{38042F3D-E974-8744-B73F-8FF30492EB56}"/>
              </a:ext>
            </a:extLst>
          </p:cNvPr>
          <p:cNvSpPr>
            <a:spLocks noGrp="1"/>
          </p:cNvSpPr>
          <p:nvPr>
            <p:ph type="body" sz="quarter" idx="27"/>
          </p:nvPr>
        </p:nvSpPr>
        <p:spPr>
          <a:xfrm>
            <a:off x="7272555"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6" name="Inhaltsplatzhalter 11">
            <a:extLst>
              <a:ext uri="{FF2B5EF4-FFF2-40B4-BE49-F238E27FC236}">
                <a16:creationId xmlns:a16="http://schemas.microsoft.com/office/drawing/2014/main" id="{715DF67F-2420-414E-A468-63C1D15F3833}"/>
              </a:ext>
            </a:extLst>
          </p:cNvPr>
          <p:cNvSpPr>
            <a:spLocks noGrp="1"/>
          </p:cNvSpPr>
          <p:nvPr>
            <p:ph sz="quarter" idx="28"/>
          </p:nvPr>
        </p:nvSpPr>
        <p:spPr>
          <a:xfrm>
            <a:off x="1914647"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9" name="Inhaltsplatzhalter 11">
            <a:extLst>
              <a:ext uri="{FF2B5EF4-FFF2-40B4-BE49-F238E27FC236}">
                <a16:creationId xmlns:a16="http://schemas.microsoft.com/office/drawing/2014/main" id="{A1BA153E-E97A-964E-AA81-AD911076688A}"/>
              </a:ext>
            </a:extLst>
          </p:cNvPr>
          <p:cNvSpPr>
            <a:spLocks noGrp="1"/>
          </p:cNvSpPr>
          <p:nvPr>
            <p:ph sz="quarter" idx="31"/>
          </p:nvPr>
        </p:nvSpPr>
        <p:spPr>
          <a:xfrm>
            <a:off x="5933361"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Inhaltsplatzhalter 11">
            <a:extLst>
              <a:ext uri="{FF2B5EF4-FFF2-40B4-BE49-F238E27FC236}">
                <a16:creationId xmlns:a16="http://schemas.microsoft.com/office/drawing/2014/main" id="{6B1E8D44-FDD1-BE40-8064-258D2F8CC4A4}"/>
              </a:ext>
            </a:extLst>
          </p:cNvPr>
          <p:cNvSpPr>
            <a:spLocks noGrp="1"/>
          </p:cNvSpPr>
          <p:nvPr>
            <p:ph sz="quarter" idx="32"/>
          </p:nvPr>
        </p:nvSpPr>
        <p:spPr>
          <a:xfrm>
            <a:off x="7272932"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6346142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Boxen_Balk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DD3216EE-F4FA-454E-873F-25CAEF09C691}"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9" name="Textplatzhalter 8">
            <a:extLst>
              <a:ext uri="{FF2B5EF4-FFF2-40B4-BE49-F238E27FC236}">
                <a16:creationId xmlns:a16="http://schemas.microsoft.com/office/drawing/2014/main" id="{2376F209-9B92-FC4B-BE14-10ACD80EF89E}"/>
              </a:ext>
            </a:extLst>
          </p:cNvPr>
          <p:cNvSpPr>
            <a:spLocks noGrp="1"/>
          </p:cNvSpPr>
          <p:nvPr>
            <p:ph type="body" sz="quarter" idx="19"/>
          </p:nvPr>
        </p:nvSpPr>
        <p:spPr>
          <a:xfrm>
            <a:off x="575075"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0" name="Textplatzhalter 8">
            <a:extLst>
              <a:ext uri="{FF2B5EF4-FFF2-40B4-BE49-F238E27FC236}">
                <a16:creationId xmlns:a16="http://schemas.microsoft.com/office/drawing/2014/main" id="{F72F01EF-17C2-544A-BACC-116053D60997}"/>
              </a:ext>
            </a:extLst>
          </p:cNvPr>
          <p:cNvSpPr>
            <a:spLocks noGrp="1"/>
          </p:cNvSpPr>
          <p:nvPr>
            <p:ph type="body" sz="quarter" idx="20"/>
          </p:nvPr>
        </p:nvSpPr>
        <p:spPr>
          <a:xfrm>
            <a:off x="4652967"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3" name="Bildplatzhalter 9">
            <a:extLst>
              <a:ext uri="{FF2B5EF4-FFF2-40B4-BE49-F238E27FC236}">
                <a16:creationId xmlns:a16="http://schemas.microsoft.com/office/drawing/2014/main" id="{F0DF3242-F088-3549-A4E5-5EF7C076D776}"/>
              </a:ext>
            </a:extLst>
          </p:cNvPr>
          <p:cNvSpPr>
            <a:spLocks noGrp="1"/>
          </p:cNvSpPr>
          <p:nvPr>
            <p:ph type="pic" sz="quarter" idx="21"/>
          </p:nvPr>
        </p:nvSpPr>
        <p:spPr>
          <a:xfrm>
            <a:off x="575075" y="2474915"/>
            <a:ext cx="3915965" cy="3222625"/>
          </a:xfrm>
        </p:spPr>
        <p:txBody>
          <a:bodyPr/>
          <a:lstStyle/>
          <a:p>
            <a:endParaRPr lang="de-DE"/>
          </a:p>
        </p:txBody>
      </p:sp>
      <p:sp>
        <p:nvSpPr>
          <p:cNvPr id="14" name="Bildplatzhalter 9">
            <a:extLst>
              <a:ext uri="{FF2B5EF4-FFF2-40B4-BE49-F238E27FC236}">
                <a16:creationId xmlns:a16="http://schemas.microsoft.com/office/drawing/2014/main" id="{E4E23E71-3EF2-9B48-8CA3-4CF3AFA4AD98}"/>
              </a:ext>
            </a:extLst>
          </p:cNvPr>
          <p:cNvSpPr>
            <a:spLocks noGrp="1"/>
          </p:cNvSpPr>
          <p:nvPr>
            <p:ph type="pic" sz="quarter" idx="22"/>
          </p:nvPr>
        </p:nvSpPr>
        <p:spPr>
          <a:xfrm>
            <a:off x="4652967" y="2474915"/>
            <a:ext cx="3915965" cy="3222625"/>
          </a:xfrm>
        </p:spPr>
        <p:txBody>
          <a:bodyPr/>
          <a:lstStyle/>
          <a:p>
            <a:endParaRPr lang="de-DE"/>
          </a:p>
        </p:txBody>
      </p:sp>
    </p:spTree>
    <p:extLst>
      <p:ext uri="{BB962C8B-B14F-4D97-AF65-F5344CB8AC3E}">
        <p14:creationId xmlns:p14="http://schemas.microsoft.com/office/powerpoint/2010/main" val="26140504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Boxen_Balk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FB44314-D402-4076-A3C3-3B6A70F5AD28}"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9" name="Textplatzhalter 8">
            <a:extLst>
              <a:ext uri="{FF2B5EF4-FFF2-40B4-BE49-F238E27FC236}">
                <a16:creationId xmlns:a16="http://schemas.microsoft.com/office/drawing/2014/main" id="{A6A296C5-A241-4640-BDBB-9A79612127D4}"/>
              </a:ext>
            </a:extLst>
          </p:cNvPr>
          <p:cNvSpPr>
            <a:spLocks noGrp="1"/>
          </p:cNvSpPr>
          <p:nvPr>
            <p:ph type="body" sz="quarter" idx="21"/>
          </p:nvPr>
        </p:nvSpPr>
        <p:spPr>
          <a:xfrm>
            <a:off x="575075" y="1844675"/>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2" name="Textplatzhalter 8">
            <a:extLst>
              <a:ext uri="{FF2B5EF4-FFF2-40B4-BE49-F238E27FC236}">
                <a16:creationId xmlns:a16="http://schemas.microsoft.com/office/drawing/2014/main" id="{BE6EF52F-7F5A-E84C-929A-3BC5548EBFEE}"/>
              </a:ext>
            </a:extLst>
          </p:cNvPr>
          <p:cNvSpPr>
            <a:spLocks noGrp="1"/>
          </p:cNvSpPr>
          <p:nvPr>
            <p:ph type="body" sz="quarter" idx="23"/>
          </p:nvPr>
        </p:nvSpPr>
        <p:spPr>
          <a:xfrm>
            <a:off x="3280854" y="1848021"/>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4" name="Textplatzhalter 8">
            <a:extLst>
              <a:ext uri="{FF2B5EF4-FFF2-40B4-BE49-F238E27FC236}">
                <a16:creationId xmlns:a16="http://schemas.microsoft.com/office/drawing/2014/main" id="{8C2B4A6D-6297-6940-90BF-648A66F9B169}"/>
              </a:ext>
            </a:extLst>
          </p:cNvPr>
          <p:cNvSpPr>
            <a:spLocks noGrp="1"/>
          </p:cNvSpPr>
          <p:nvPr>
            <p:ph type="body" sz="quarter" idx="25"/>
          </p:nvPr>
        </p:nvSpPr>
        <p:spPr>
          <a:xfrm>
            <a:off x="6003134" y="1842549"/>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5" name="Bildplatzhalter 9">
            <a:extLst>
              <a:ext uri="{FF2B5EF4-FFF2-40B4-BE49-F238E27FC236}">
                <a16:creationId xmlns:a16="http://schemas.microsoft.com/office/drawing/2014/main" id="{4030AB7F-F54C-7347-A833-7047396B2AD7}"/>
              </a:ext>
            </a:extLst>
          </p:cNvPr>
          <p:cNvSpPr>
            <a:spLocks noGrp="1"/>
          </p:cNvSpPr>
          <p:nvPr>
            <p:ph type="pic" sz="quarter" idx="20"/>
          </p:nvPr>
        </p:nvSpPr>
        <p:spPr>
          <a:xfrm>
            <a:off x="575072" y="2472789"/>
            <a:ext cx="2565000" cy="3224751"/>
          </a:xfrm>
        </p:spPr>
        <p:txBody>
          <a:bodyPr/>
          <a:lstStyle/>
          <a:p>
            <a:endParaRPr lang="de-DE"/>
          </a:p>
        </p:txBody>
      </p:sp>
      <p:sp>
        <p:nvSpPr>
          <p:cNvPr id="16" name="Bildplatzhalter 9">
            <a:extLst>
              <a:ext uri="{FF2B5EF4-FFF2-40B4-BE49-F238E27FC236}">
                <a16:creationId xmlns:a16="http://schemas.microsoft.com/office/drawing/2014/main" id="{4AB32440-D115-B542-BFE3-7C7B03400413}"/>
              </a:ext>
            </a:extLst>
          </p:cNvPr>
          <p:cNvSpPr>
            <a:spLocks noGrp="1"/>
          </p:cNvSpPr>
          <p:nvPr>
            <p:ph type="pic" sz="quarter" idx="26"/>
          </p:nvPr>
        </p:nvSpPr>
        <p:spPr>
          <a:xfrm>
            <a:off x="3289501" y="2472789"/>
            <a:ext cx="2565000" cy="3224751"/>
          </a:xfrm>
        </p:spPr>
        <p:txBody>
          <a:bodyPr/>
          <a:lstStyle/>
          <a:p>
            <a:endParaRPr lang="de-DE"/>
          </a:p>
        </p:txBody>
      </p:sp>
      <p:sp>
        <p:nvSpPr>
          <p:cNvPr id="17" name="Bildplatzhalter 9">
            <a:extLst>
              <a:ext uri="{FF2B5EF4-FFF2-40B4-BE49-F238E27FC236}">
                <a16:creationId xmlns:a16="http://schemas.microsoft.com/office/drawing/2014/main" id="{995409CB-2D05-2B4E-80A1-4F625DD4D92F}"/>
              </a:ext>
            </a:extLst>
          </p:cNvPr>
          <p:cNvSpPr>
            <a:spLocks noGrp="1"/>
          </p:cNvSpPr>
          <p:nvPr>
            <p:ph type="pic" sz="quarter" idx="27"/>
          </p:nvPr>
        </p:nvSpPr>
        <p:spPr>
          <a:xfrm>
            <a:off x="6003929" y="2472789"/>
            <a:ext cx="2565000" cy="3224751"/>
          </a:xfrm>
        </p:spPr>
        <p:txBody>
          <a:bodyPr/>
          <a:lstStyle/>
          <a:p>
            <a:endParaRPr lang="de-DE"/>
          </a:p>
        </p:txBody>
      </p:sp>
    </p:spTree>
    <p:extLst>
      <p:ext uri="{BB962C8B-B14F-4D97-AF65-F5344CB8AC3E}">
        <p14:creationId xmlns:p14="http://schemas.microsoft.com/office/powerpoint/2010/main" val="38059944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4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EE92FDB8-C4FC-4475-9E52-E29371BDDCF1}"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Textplatzhalter 8">
            <a:extLst>
              <a:ext uri="{FF2B5EF4-FFF2-40B4-BE49-F238E27FC236}">
                <a16:creationId xmlns:a16="http://schemas.microsoft.com/office/drawing/2014/main" id="{F3B5A30A-EA6A-2B4C-8A09-F812CCDFF3F2}"/>
              </a:ext>
            </a:extLst>
          </p:cNvPr>
          <p:cNvSpPr>
            <a:spLocks noGrp="1"/>
          </p:cNvSpPr>
          <p:nvPr>
            <p:ph type="body" sz="quarter" idx="24"/>
          </p:nvPr>
        </p:nvSpPr>
        <p:spPr>
          <a:xfrm>
            <a:off x="260969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9" name="Textplatzhalter 8">
            <a:extLst>
              <a:ext uri="{FF2B5EF4-FFF2-40B4-BE49-F238E27FC236}">
                <a16:creationId xmlns:a16="http://schemas.microsoft.com/office/drawing/2014/main" id="{65B9BC1F-769C-6447-B937-AC924C2F3641}"/>
              </a:ext>
            </a:extLst>
          </p:cNvPr>
          <p:cNvSpPr>
            <a:spLocks noGrp="1"/>
          </p:cNvSpPr>
          <p:nvPr>
            <p:ph type="body" sz="quarter" idx="26"/>
          </p:nvPr>
        </p:nvSpPr>
        <p:spPr>
          <a:xfrm>
            <a:off x="464431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2" name="Textplatzhalter 8">
            <a:extLst>
              <a:ext uri="{FF2B5EF4-FFF2-40B4-BE49-F238E27FC236}">
                <a16:creationId xmlns:a16="http://schemas.microsoft.com/office/drawing/2014/main" id="{E5D43AC8-3D08-CD4A-A2D1-BB8FE7A7D3DB}"/>
              </a:ext>
            </a:extLst>
          </p:cNvPr>
          <p:cNvSpPr>
            <a:spLocks noGrp="1"/>
          </p:cNvSpPr>
          <p:nvPr>
            <p:ph type="body" sz="quarter" idx="28"/>
          </p:nvPr>
        </p:nvSpPr>
        <p:spPr>
          <a:xfrm>
            <a:off x="6678930"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5"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7" name="Bildplatzhalter 9">
            <a:extLst>
              <a:ext uri="{FF2B5EF4-FFF2-40B4-BE49-F238E27FC236}">
                <a16:creationId xmlns:a16="http://schemas.microsoft.com/office/drawing/2014/main" id="{FB13FA65-87BA-C24A-9635-B0FA771D3276}"/>
              </a:ext>
            </a:extLst>
          </p:cNvPr>
          <p:cNvSpPr>
            <a:spLocks noGrp="1"/>
          </p:cNvSpPr>
          <p:nvPr>
            <p:ph type="pic" sz="quarter" idx="20"/>
          </p:nvPr>
        </p:nvSpPr>
        <p:spPr>
          <a:xfrm>
            <a:off x="575072" y="2480366"/>
            <a:ext cx="1890000" cy="3224751"/>
          </a:xfrm>
        </p:spPr>
        <p:txBody>
          <a:bodyPr/>
          <a:lstStyle/>
          <a:p>
            <a:endParaRPr lang="de-DE"/>
          </a:p>
        </p:txBody>
      </p:sp>
      <p:sp>
        <p:nvSpPr>
          <p:cNvPr id="18" name="Bildplatzhalter 9">
            <a:extLst>
              <a:ext uri="{FF2B5EF4-FFF2-40B4-BE49-F238E27FC236}">
                <a16:creationId xmlns:a16="http://schemas.microsoft.com/office/drawing/2014/main" id="{54A059DB-9842-CA43-891E-604A3CDC65CA}"/>
              </a:ext>
            </a:extLst>
          </p:cNvPr>
          <p:cNvSpPr>
            <a:spLocks noGrp="1"/>
          </p:cNvSpPr>
          <p:nvPr>
            <p:ph type="pic" sz="quarter" idx="29"/>
          </p:nvPr>
        </p:nvSpPr>
        <p:spPr>
          <a:xfrm>
            <a:off x="2609691" y="2480366"/>
            <a:ext cx="1890000" cy="3224751"/>
          </a:xfrm>
        </p:spPr>
        <p:txBody>
          <a:bodyPr/>
          <a:lstStyle/>
          <a:p>
            <a:endParaRPr lang="de-DE"/>
          </a:p>
        </p:txBody>
      </p:sp>
      <p:sp>
        <p:nvSpPr>
          <p:cNvPr id="19" name="Bildplatzhalter 9">
            <a:extLst>
              <a:ext uri="{FF2B5EF4-FFF2-40B4-BE49-F238E27FC236}">
                <a16:creationId xmlns:a16="http://schemas.microsoft.com/office/drawing/2014/main" id="{D01C6ACE-5053-174E-BCBA-42BAC93253F0}"/>
              </a:ext>
            </a:extLst>
          </p:cNvPr>
          <p:cNvSpPr>
            <a:spLocks noGrp="1"/>
          </p:cNvSpPr>
          <p:nvPr>
            <p:ph type="pic" sz="quarter" idx="27"/>
          </p:nvPr>
        </p:nvSpPr>
        <p:spPr>
          <a:xfrm>
            <a:off x="4644310" y="2480366"/>
            <a:ext cx="1890000" cy="3224751"/>
          </a:xfrm>
        </p:spPr>
        <p:txBody>
          <a:bodyPr/>
          <a:lstStyle/>
          <a:p>
            <a:endParaRPr lang="de-DE"/>
          </a:p>
        </p:txBody>
      </p:sp>
      <p:sp>
        <p:nvSpPr>
          <p:cNvPr id="20" name="Bildplatzhalter 9">
            <a:extLst>
              <a:ext uri="{FF2B5EF4-FFF2-40B4-BE49-F238E27FC236}">
                <a16:creationId xmlns:a16="http://schemas.microsoft.com/office/drawing/2014/main" id="{68C8576F-E8A0-C749-AB6A-763C0FD33563}"/>
              </a:ext>
            </a:extLst>
          </p:cNvPr>
          <p:cNvSpPr>
            <a:spLocks noGrp="1"/>
          </p:cNvSpPr>
          <p:nvPr>
            <p:ph type="pic" sz="quarter" idx="30"/>
          </p:nvPr>
        </p:nvSpPr>
        <p:spPr>
          <a:xfrm>
            <a:off x="6678929" y="2480366"/>
            <a:ext cx="1890000" cy="3224751"/>
          </a:xfrm>
        </p:spPr>
        <p:txBody>
          <a:bodyPr/>
          <a:lstStyle/>
          <a:p>
            <a:endParaRPr lang="de-DE"/>
          </a:p>
        </p:txBody>
      </p:sp>
    </p:spTree>
    <p:extLst>
      <p:ext uri="{BB962C8B-B14F-4D97-AF65-F5344CB8AC3E}">
        <p14:creationId xmlns:p14="http://schemas.microsoft.com/office/powerpoint/2010/main" val="38164040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 Boxen_Balken nur Bild">
    <p:spTree>
      <p:nvGrpSpPr>
        <p:cNvPr id="1" name=""/>
        <p:cNvGrpSpPr/>
        <p:nvPr/>
      </p:nvGrpSpPr>
      <p:grpSpPr>
        <a:xfrm>
          <a:off x="0" y="0"/>
          <a:ext cx="0" cy="0"/>
          <a:chOff x="0" y="0"/>
          <a:chExt cx="0" cy="0"/>
        </a:xfrm>
      </p:grpSpPr>
      <p:sp>
        <p:nvSpPr>
          <p:cNvPr id="27" name="Bildplatzhalter 9">
            <a:extLst>
              <a:ext uri="{FF2B5EF4-FFF2-40B4-BE49-F238E27FC236}">
                <a16:creationId xmlns:a16="http://schemas.microsoft.com/office/drawing/2014/main" id="{DCD7A4E6-4D4C-CB48-AB77-A90677EAB14B}"/>
              </a:ext>
            </a:extLst>
          </p:cNvPr>
          <p:cNvSpPr>
            <a:spLocks noGrp="1"/>
          </p:cNvSpPr>
          <p:nvPr>
            <p:ph type="pic" sz="quarter" idx="27"/>
          </p:nvPr>
        </p:nvSpPr>
        <p:spPr>
          <a:xfrm>
            <a:off x="3829501" y="2484529"/>
            <a:ext cx="1485000" cy="3224751"/>
          </a:xfrm>
        </p:spPr>
        <p:txBody>
          <a:bodyPr/>
          <a:lstStyle/>
          <a:p>
            <a:endParaRPr lang="de-DE"/>
          </a:p>
        </p:txBody>
      </p:sp>
      <p:sp>
        <p:nvSpPr>
          <p:cNvPr id="28" name="Bildplatzhalter 9">
            <a:extLst>
              <a:ext uri="{FF2B5EF4-FFF2-40B4-BE49-F238E27FC236}">
                <a16:creationId xmlns:a16="http://schemas.microsoft.com/office/drawing/2014/main" id="{AF5685DC-7AA8-D043-824A-F92432C79986}"/>
              </a:ext>
            </a:extLst>
          </p:cNvPr>
          <p:cNvSpPr>
            <a:spLocks noGrp="1"/>
          </p:cNvSpPr>
          <p:nvPr>
            <p:ph type="pic" sz="quarter" idx="31"/>
          </p:nvPr>
        </p:nvSpPr>
        <p:spPr>
          <a:xfrm>
            <a:off x="5456715" y="2484529"/>
            <a:ext cx="1485000" cy="3224751"/>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3E1E553-A41C-4D7A-80EF-69FF435DC295}"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3"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8" name="Textplatzhalter 8">
            <a:extLst>
              <a:ext uri="{FF2B5EF4-FFF2-40B4-BE49-F238E27FC236}">
                <a16:creationId xmlns:a16="http://schemas.microsoft.com/office/drawing/2014/main" id="{97630F1D-6118-FA4B-AFF4-D1A15F411482}"/>
              </a:ext>
            </a:extLst>
          </p:cNvPr>
          <p:cNvSpPr>
            <a:spLocks noGrp="1"/>
          </p:cNvSpPr>
          <p:nvPr>
            <p:ph type="body" sz="quarter" idx="24"/>
          </p:nvPr>
        </p:nvSpPr>
        <p:spPr>
          <a:xfrm>
            <a:off x="7083927"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0" name="Textplatzhalter 8">
            <a:extLst>
              <a:ext uri="{FF2B5EF4-FFF2-40B4-BE49-F238E27FC236}">
                <a16:creationId xmlns:a16="http://schemas.microsoft.com/office/drawing/2014/main" id="{79C1A282-1E4A-6E42-AE76-E37A6297399E}"/>
              </a:ext>
            </a:extLst>
          </p:cNvPr>
          <p:cNvSpPr>
            <a:spLocks noGrp="1"/>
          </p:cNvSpPr>
          <p:nvPr>
            <p:ph type="body" sz="quarter" idx="26"/>
          </p:nvPr>
        </p:nvSpPr>
        <p:spPr>
          <a:xfrm>
            <a:off x="2202287" y="184994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2" name="Textplatzhalter 8">
            <a:extLst>
              <a:ext uri="{FF2B5EF4-FFF2-40B4-BE49-F238E27FC236}">
                <a16:creationId xmlns:a16="http://schemas.microsoft.com/office/drawing/2014/main" id="{6F735D66-79B9-5E4E-BC72-02E270088C17}"/>
              </a:ext>
            </a:extLst>
          </p:cNvPr>
          <p:cNvSpPr>
            <a:spLocks noGrp="1"/>
          </p:cNvSpPr>
          <p:nvPr>
            <p:ph type="body" sz="quarter" idx="28"/>
          </p:nvPr>
        </p:nvSpPr>
        <p:spPr>
          <a:xfrm>
            <a:off x="3829500" y="1854291"/>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4" name="Textplatzhalter 8">
            <a:extLst>
              <a:ext uri="{FF2B5EF4-FFF2-40B4-BE49-F238E27FC236}">
                <a16:creationId xmlns:a16="http://schemas.microsoft.com/office/drawing/2014/main" id="{2FAED683-64E7-8843-857E-E8F6DEFCE245}"/>
              </a:ext>
            </a:extLst>
          </p:cNvPr>
          <p:cNvSpPr>
            <a:spLocks noGrp="1"/>
          </p:cNvSpPr>
          <p:nvPr>
            <p:ph type="body" sz="quarter" idx="30"/>
          </p:nvPr>
        </p:nvSpPr>
        <p:spPr>
          <a:xfrm>
            <a:off x="5456714" y="1854518"/>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5" name="Bildplatzhalter 9">
            <a:extLst>
              <a:ext uri="{FF2B5EF4-FFF2-40B4-BE49-F238E27FC236}">
                <a16:creationId xmlns:a16="http://schemas.microsoft.com/office/drawing/2014/main" id="{66B5DC13-92D6-9C4E-A99C-8FA42AE94580}"/>
              </a:ext>
            </a:extLst>
          </p:cNvPr>
          <p:cNvSpPr>
            <a:spLocks noGrp="1"/>
          </p:cNvSpPr>
          <p:nvPr>
            <p:ph type="pic" sz="quarter" idx="20"/>
          </p:nvPr>
        </p:nvSpPr>
        <p:spPr>
          <a:xfrm>
            <a:off x="575072" y="2484529"/>
            <a:ext cx="1485000" cy="3224751"/>
          </a:xfrm>
        </p:spPr>
        <p:txBody>
          <a:bodyPr/>
          <a:lstStyle/>
          <a:p>
            <a:endParaRPr lang="de-DE"/>
          </a:p>
        </p:txBody>
      </p:sp>
      <p:sp>
        <p:nvSpPr>
          <p:cNvPr id="26" name="Bildplatzhalter 9">
            <a:extLst>
              <a:ext uri="{FF2B5EF4-FFF2-40B4-BE49-F238E27FC236}">
                <a16:creationId xmlns:a16="http://schemas.microsoft.com/office/drawing/2014/main" id="{65C333E9-9E68-0748-ADD5-45E26B12E4B2}"/>
              </a:ext>
            </a:extLst>
          </p:cNvPr>
          <p:cNvSpPr>
            <a:spLocks noGrp="1"/>
          </p:cNvSpPr>
          <p:nvPr>
            <p:ph type="pic" sz="quarter" idx="29"/>
          </p:nvPr>
        </p:nvSpPr>
        <p:spPr>
          <a:xfrm>
            <a:off x="2202287" y="2484529"/>
            <a:ext cx="1485000" cy="3224751"/>
          </a:xfrm>
        </p:spPr>
        <p:txBody>
          <a:bodyPr/>
          <a:lstStyle/>
          <a:p>
            <a:endParaRPr lang="de-DE"/>
          </a:p>
        </p:txBody>
      </p:sp>
      <p:sp>
        <p:nvSpPr>
          <p:cNvPr id="29" name="Bildplatzhalter 9">
            <a:extLst>
              <a:ext uri="{FF2B5EF4-FFF2-40B4-BE49-F238E27FC236}">
                <a16:creationId xmlns:a16="http://schemas.microsoft.com/office/drawing/2014/main" id="{816EE3E1-0D7B-2249-92BF-869B12C2AA30}"/>
              </a:ext>
            </a:extLst>
          </p:cNvPr>
          <p:cNvSpPr>
            <a:spLocks noGrp="1"/>
          </p:cNvSpPr>
          <p:nvPr>
            <p:ph type="pic" sz="quarter" idx="32"/>
          </p:nvPr>
        </p:nvSpPr>
        <p:spPr>
          <a:xfrm>
            <a:off x="7083929" y="2484529"/>
            <a:ext cx="1485000" cy="3224751"/>
          </a:xfrm>
        </p:spPr>
        <p:txBody>
          <a:bodyPr/>
          <a:lstStyle/>
          <a:p>
            <a:endParaRPr lang="de-DE"/>
          </a:p>
        </p:txBody>
      </p:sp>
    </p:spTree>
    <p:extLst>
      <p:ext uri="{BB962C8B-B14F-4D97-AF65-F5344CB8AC3E}">
        <p14:creationId xmlns:p14="http://schemas.microsoft.com/office/powerpoint/2010/main" val="37931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Box_farbig nur Text">
    <p:spTree>
      <p:nvGrpSpPr>
        <p:cNvPr id="1" name=""/>
        <p:cNvGrpSpPr/>
        <p:nvPr/>
      </p:nvGrpSpPr>
      <p:grpSpPr>
        <a:xfrm>
          <a:off x="0" y="0"/>
          <a:ext cx="0" cy="0"/>
          <a:chOff x="0" y="0"/>
          <a:chExt cx="0" cy="0"/>
        </a:xfrm>
      </p:grpSpPr>
      <p:sp>
        <p:nvSpPr>
          <p:cNvPr id="9" name="Textplatzhalter 9">
            <a:extLst>
              <a:ext uri="{FF2B5EF4-FFF2-40B4-BE49-F238E27FC236}">
                <a16:creationId xmlns:a16="http://schemas.microsoft.com/office/drawing/2014/main" id="{7B40E3EC-1501-EC42-91E8-DE348A588B25}"/>
              </a:ext>
            </a:extLst>
          </p:cNvPr>
          <p:cNvSpPr>
            <a:spLocks noGrp="1"/>
          </p:cNvSpPr>
          <p:nvPr>
            <p:ph type="body" sz="quarter" idx="21"/>
          </p:nvPr>
        </p:nvSpPr>
        <p:spPr>
          <a:xfrm>
            <a:off x="575074" y="1844675"/>
            <a:ext cx="7993856"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26C3B1A-8379-4415-A19D-5D22FC5C4C34}"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3222071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Boxen_farbig Text">
    <p:spTree>
      <p:nvGrpSpPr>
        <p:cNvPr id="1" name=""/>
        <p:cNvGrpSpPr/>
        <p:nvPr/>
      </p:nvGrpSpPr>
      <p:grpSpPr>
        <a:xfrm>
          <a:off x="0" y="0"/>
          <a:ext cx="0" cy="0"/>
          <a:chOff x="0" y="0"/>
          <a:chExt cx="0" cy="0"/>
        </a:xfrm>
      </p:grpSpPr>
      <p:sp>
        <p:nvSpPr>
          <p:cNvPr id="10" name="Textplatzhalter 9">
            <a:extLst>
              <a:ext uri="{FF2B5EF4-FFF2-40B4-BE49-F238E27FC236}">
                <a16:creationId xmlns:a16="http://schemas.microsoft.com/office/drawing/2014/main" id="{317AEAAC-8E38-1D4E-B2AB-444B91605AC7}"/>
              </a:ext>
            </a:extLst>
          </p:cNvPr>
          <p:cNvSpPr>
            <a:spLocks noGrp="1"/>
          </p:cNvSpPr>
          <p:nvPr>
            <p:ph type="body" sz="quarter" idx="20"/>
          </p:nvPr>
        </p:nvSpPr>
        <p:spPr>
          <a:xfrm>
            <a:off x="575075" y="1844675"/>
            <a:ext cx="3915965" cy="4033838"/>
          </a:xfrm>
          <a:solidFill>
            <a:schemeClr val="accent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9">
            <a:extLst>
              <a:ext uri="{FF2B5EF4-FFF2-40B4-BE49-F238E27FC236}">
                <a16:creationId xmlns:a16="http://schemas.microsoft.com/office/drawing/2014/main" id="{13F2BDFD-265F-0746-A423-EC4CAF195DC5}"/>
              </a:ext>
            </a:extLst>
          </p:cNvPr>
          <p:cNvSpPr>
            <a:spLocks noGrp="1"/>
          </p:cNvSpPr>
          <p:nvPr>
            <p:ph type="body" sz="quarter" idx="21"/>
          </p:nvPr>
        </p:nvSpPr>
        <p:spPr>
          <a:xfrm>
            <a:off x="4652967" y="1844675"/>
            <a:ext cx="3915965" cy="4033838"/>
          </a:xfrm>
          <a:solidFill>
            <a:schemeClr val="bg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9076566-2C7B-4E1E-B1A8-4DA504AAAA1E}"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7693797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Boxen_farbig Text">
    <p:spTree>
      <p:nvGrpSpPr>
        <p:cNvPr id="1" name=""/>
        <p:cNvGrpSpPr/>
        <p:nvPr/>
      </p:nvGrpSpPr>
      <p:grpSpPr>
        <a:xfrm>
          <a:off x="0" y="0"/>
          <a:ext cx="0" cy="0"/>
          <a:chOff x="0" y="0"/>
          <a:chExt cx="0" cy="0"/>
        </a:xfrm>
      </p:grpSpPr>
      <p:sp>
        <p:nvSpPr>
          <p:cNvPr id="12" name="Textplatzhalter 9">
            <a:extLst>
              <a:ext uri="{FF2B5EF4-FFF2-40B4-BE49-F238E27FC236}">
                <a16:creationId xmlns:a16="http://schemas.microsoft.com/office/drawing/2014/main" id="{AB96DF7C-C151-4140-9FA3-D33AAB878ADF}"/>
              </a:ext>
            </a:extLst>
          </p:cNvPr>
          <p:cNvSpPr>
            <a:spLocks noGrp="1"/>
          </p:cNvSpPr>
          <p:nvPr>
            <p:ph type="body" sz="quarter" idx="21"/>
          </p:nvPr>
        </p:nvSpPr>
        <p:spPr>
          <a:xfrm>
            <a:off x="575072" y="1844675"/>
            <a:ext cx="2565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Textplatzhalter 9">
            <a:extLst>
              <a:ext uri="{FF2B5EF4-FFF2-40B4-BE49-F238E27FC236}">
                <a16:creationId xmlns:a16="http://schemas.microsoft.com/office/drawing/2014/main" id="{0EFFEC16-8F13-7D4C-9C6C-D2090DDF07CC}"/>
              </a:ext>
            </a:extLst>
          </p:cNvPr>
          <p:cNvSpPr>
            <a:spLocks noGrp="1"/>
          </p:cNvSpPr>
          <p:nvPr>
            <p:ph type="body" sz="quarter" idx="22"/>
          </p:nvPr>
        </p:nvSpPr>
        <p:spPr>
          <a:xfrm>
            <a:off x="3292040" y="1844675"/>
            <a:ext cx="2565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87C05A7-8D18-5040-B083-1308A01CE35F}"/>
              </a:ext>
            </a:extLst>
          </p:cNvPr>
          <p:cNvSpPr>
            <a:spLocks noGrp="1"/>
          </p:cNvSpPr>
          <p:nvPr>
            <p:ph type="body" sz="quarter" idx="23"/>
          </p:nvPr>
        </p:nvSpPr>
        <p:spPr>
          <a:xfrm>
            <a:off x="6009775" y="1846331"/>
            <a:ext cx="2565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5FEECCAF-D5B9-41A3-BF3D-FAA18F3C5720}"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7722166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Boxen_farbig Text">
    <p:spTree>
      <p:nvGrpSpPr>
        <p:cNvPr id="1" name=""/>
        <p:cNvGrpSpPr/>
        <p:nvPr/>
      </p:nvGrpSpPr>
      <p:grpSpPr>
        <a:xfrm>
          <a:off x="0" y="0"/>
          <a:ext cx="0" cy="0"/>
          <a:chOff x="0" y="0"/>
          <a:chExt cx="0" cy="0"/>
        </a:xfrm>
      </p:grpSpPr>
      <p:sp>
        <p:nvSpPr>
          <p:cNvPr id="13" name="Textplatzhalter 9">
            <a:extLst>
              <a:ext uri="{FF2B5EF4-FFF2-40B4-BE49-F238E27FC236}">
                <a16:creationId xmlns:a16="http://schemas.microsoft.com/office/drawing/2014/main" id="{D8B4C3F5-B1A6-704F-90EB-DBC102C1A571}"/>
              </a:ext>
            </a:extLst>
          </p:cNvPr>
          <p:cNvSpPr>
            <a:spLocks noGrp="1"/>
          </p:cNvSpPr>
          <p:nvPr>
            <p:ph type="body" sz="quarter" idx="22"/>
          </p:nvPr>
        </p:nvSpPr>
        <p:spPr>
          <a:xfrm>
            <a:off x="575072" y="1844675"/>
            <a:ext cx="1890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0189C06-9E0B-3D46-B456-755B35F4F57D}"/>
              </a:ext>
            </a:extLst>
          </p:cNvPr>
          <p:cNvSpPr>
            <a:spLocks noGrp="1"/>
          </p:cNvSpPr>
          <p:nvPr>
            <p:ph type="body" sz="quarter" idx="23"/>
          </p:nvPr>
        </p:nvSpPr>
        <p:spPr>
          <a:xfrm>
            <a:off x="2609691" y="1843416"/>
            <a:ext cx="1890000" cy="4033838"/>
          </a:xfrm>
          <a:solidFill>
            <a:schemeClr val="accent5">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9">
            <a:extLst>
              <a:ext uri="{FF2B5EF4-FFF2-40B4-BE49-F238E27FC236}">
                <a16:creationId xmlns:a16="http://schemas.microsoft.com/office/drawing/2014/main" id="{EF1DB3E7-0C35-7B45-A122-3FBBBEC3DED4}"/>
              </a:ext>
            </a:extLst>
          </p:cNvPr>
          <p:cNvSpPr>
            <a:spLocks noGrp="1"/>
          </p:cNvSpPr>
          <p:nvPr>
            <p:ph type="body" sz="quarter" idx="24"/>
          </p:nvPr>
        </p:nvSpPr>
        <p:spPr>
          <a:xfrm>
            <a:off x="4644311" y="1843249"/>
            <a:ext cx="1890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Textplatzhalter 9">
            <a:extLst>
              <a:ext uri="{FF2B5EF4-FFF2-40B4-BE49-F238E27FC236}">
                <a16:creationId xmlns:a16="http://schemas.microsoft.com/office/drawing/2014/main" id="{73F34BF8-B09A-0B4D-88DB-3D3C26464A8D}"/>
              </a:ext>
            </a:extLst>
          </p:cNvPr>
          <p:cNvSpPr>
            <a:spLocks noGrp="1"/>
          </p:cNvSpPr>
          <p:nvPr>
            <p:ph type="body" sz="quarter" idx="25"/>
          </p:nvPr>
        </p:nvSpPr>
        <p:spPr>
          <a:xfrm>
            <a:off x="6678928" y="1869769"/>
            <a:ext cx="1890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07623456-C60E-42C7-9ABF-F407B7615E0E}"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4266533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4 Boxen_farbig Text">
    <p:spTree>
      <p:nvGrpSpPr>
        <p:cNvPr id="1" name=""/>
        <p:cNvGrpSpPr/>
        <p:nvPr/>
      </p:nvGrpSpPr>
      <p:grpSpPr>
        <a:xfrm>
          <a:off x="0" y="0"/>
          <a:ext cx="0" cy="0"/>
          <a:chOff x="0" y="0"/>
          <a:chExt cx="0" cy="0"/>
        </a:xfrm>
      </p:grpSpPr>
      <p:sp>
        <p:nvSpPr>
          <p:cNvPr id="13" name="Textplatzhalter 9">
            <a:extLst>
              <a:ext uri="{FF2B5EF4-FFF2-40B4-BE49-F238E27FC236}">
                <a16:creationId xmlns:a16="http://schemas.microsoft.com/office/drawing/2014/main" id="{D8B4C3F5-B1A6-704F-90EB-DBC102C1A571}"/>
              </a:ext>
            </a:extLst>
          </p:cNvPr>
          <p:cNvSpPr>
            <a:spLocks noGrp="1"/>
          </p:cNvSpPr>
          <p:nvPr>
            <p:ph type="body" sz="quarter" idx="22"/>
          </p:nvPr>
        </p:nvSpPr>
        <p:spPr>
          <a:xfrm>
            <a:off x="575072" y="1844675"/>
            <a:ext cx="1485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0189C06-9E0B-3D46-B456-755B35F4F57D}"/>
              </a:ext>
            </a:extLst>
          </p:cNvPr>
          <p:cNvSpPr>
            <a:spLocks noGrp="1"/>
          </p:cNvSpPr>
          <p:nvPr>
            <p:ph type="body" sz="quarter" idx="23"/>
          </p:nvPr>
        </p:nvSpPr>
        <p:spPr>
          <a:xfrm>
            <a:off x="2202287" y="1843416"/>
            <a:ext cx="1485000" cy="4033838"/>
          </a:xfrm>
          <a:solidFill>
            <a:schemeClr val="accent5">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9">
            <a:extLst>
              <a:ext uri="{FF2B5EF4-FFF2-40B4-BE49-F238E27FC236}">
                <a16:creationId xmlns:a16="http://schemas.microsoft.com/office/drawing/2014/main" id="{EF1DB3E7-0C35-7B45-A122-3FBBBEC3DED4}"/>
              </a:ext>
            </a:extLst>
          </p:cNvPr>
          <p:cNvSpPr>
            <a:spLocks noGrp="1"/>
          </p:cNvSpPr>
          <p:nvPr>
            <p:ph type="body" sz="quarter" idx="24"/>
          </p:nvPr>
        </p:nvSpPr>
        <p:spPr>
          <a:xfrm>
            <a:off x="3829501" y="1843249"/>
            <a:ext cx="1485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Textplatzhalter 9">
            <a:extLst>
              <a:ext uri="{FF2B5EF4-FFF2-40B4-BE49-F238E27FC236}">
                <a16:creationId xmlns:a16="http://schemas.microsoft.com/office/drawing/2014/main" id="{73F34BF8-B09A-0B4D-88DB-3D3C26464A8D}"/>
              </a:ext>
            </a:extLst>
          </p:cNvPr>
          <p:cNvSpPr>
            <a:spLocks noGrp="1"/>
          </p:cNvSpPr>
          <p:nvPr>
            <p:ph type="body" sz="quarter" idx="25"/>
          </p:nvPr>
        </p:nvSpPr>
        <p:spPr>
          <a:xfrm>
            <a:off x="5456715" y="1843249"/>
            <a:ext cx="1485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26B0A507-E9E8-4EC8-845D-FB3AEC913C2A}"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2" name="Textplatzhalter 9">
            <a:extLst>
              <a:ext uri="{FF2B5EF4-FFF2-40B4-BE49-F238E27FC236}">
                <a16:creationId xmlns:a16="http://schemas.microsoft.com/office/drawing/2014/main" id="{1557E9B6-7860-BB43-A52D-67182E9BF574}"/>
              </a:ext>
            </a:extLst>
          </p:cNvPr>
          <p:cNvSpPr>
            <a:spLocks noGrp="1"/>
          </p:cNvSpPr>
          <p:nvPr>
            <p:ph type="body" sz="quarter" idx="26"/>
          </p:nvPr>
        </p:nvSpPr>
        <p:spPr>
          <a:xfrm>
            <a:off x="7083929" y="1843249"/>
            <a:ext cx="1485000" cy="4033838"/>
          </a:xfrm>
          <a:solidFill>
            <a:schemeClr val="accent6">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924949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 Boxen_farbig_quer Text">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BF00A1FE-3129-FE4F-899C-66554322D13C}"/>
              </a:ext>
            </a:extLst>
          </p:cNvPr>
          <p:cNvSpPr>
            <a:spLocks noGrp="1"/>
          </p:cNvSpPr>
          <p:nvPr>
            <p:ph type="body" sz="quarter" idx="24" hasCustomPrompt="1"/>
          </p:nvPr>
        </p:nvSpPr>
        <p:spPr>
          <a:xfrm>
            <a:off x="583345" y="1845128"/>
            <a:ext cx="2564606" cy="1943100"/>
          </a:xfrm>
          <a:solidFill>
            <a:schemeClr val="accent6"/>
          </a:solidFill>
        </p:spPr>
        <p:txBody>
          <a:bodyPr lIns="90000" tIns="90000" rIns="90000" bIns="90000" anchor="ctr" anchorCtr="0"/>
          <a:lstStyle>
            <a:lvl1pPr>
              <a:buFontTx/>
              <a:buNone/>
              <a:defRPr>
                <a:solidFill>
                  <a:schemeClr val="accent5">
                    <a:lumMod val="20000"/>
                    <a:lumOff val="80000"/>
                  </a:schemeClr>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6" name="Textplatzhalter 14">
            <a:extLst>
              <a:ext uri="{FF2B5EF4-FFF2-40B4-BE49-F238E27FC236}">
                <a16:creationId xmlns:a16="http://schemas.microsoft.com/office/drawing/2014/main" id="{8EBFB9D6-32E7-1E4D-9CF4-26AC1FD8F070}"/>
              </a:ext>
            </a:extLst>
          </p:cNvPr>
          <p:cNvSpPr>
            <a:spLocks noGrp="1"/>
          </p:cNvSpPr>
          <p:nvPr>
            <p:ph type="body" sz="quarter" idx="25" hasCustomPrompt="1"/>
          </p:nvPr>
        </p:nvSpPr>
        <p:spPr>
          <a:xfrm>
            <a:off x="3295784" y="1845128"/>
            <a:ext cx="2564606" cy="1943100"/>
          </a:xfrm>
          <a:solidFill>
            <a:schemeClr val="accent2"/>
          </a:solidFill>
        </p:spPr>
        <p:txBody>
          <a:bodyPr lIns="90000" tIns="90000" rIns="90000" bIns="90000" anchor="ctr" anchorCtr="0"/>
          <a:lstStyle>
            <a:lvl1pPr>
              <a:buFontTx/>
              <a:buNone/>
              <a:defRPr>
                <a:solidFill>
                  <a:schemeClr val="accent3"/>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7" name="Textplatzhalter 14">
            <a:extLst>
              <a:ext uri="{FF2B5EF4-FFF2-40B4-BE49-F238E27FC236}">
                <a16:creationId xmlns:a16="http://schemas.microsoft.com/office/drawing/2014/main" id="{17381B11-7E77-3B44-B33E-EFC213BC5C58}"/>
              </a:ext>
            </a:extLst>
          </p:cNvPr>
          <p:cNvSpPr>
            <a:spLocks noGrp="1"/>
          </p:cNvSpPr>
          <p:nvPr>
            <p:ph type="body" sz="quarter" idx="26" hasCustomPrompt="1"/>
          </p:nvPr>
        </p:nvSpPr>
        <p:spPr>
          <a:xfrm>
            <a:off x="6011809" y="1845128"/>
            <a:ext cx="2564606" cy="1943100"/>
          </a:xfrm>
          <a:solidFill>
            <a:schemeClr val="accent3"/>
          </a:solidFill>
        </p:spPr>
        <p:txBody>
          <a:bodyPr lIns="90000" tIns="90000" rIns="90000" bIns="90000" anchor="ctr" anchorCtr="0"/>
          <a:lstStyle>
            <a:lvl1pPr>
              <a:buFontTx/>
              <a:buNone/>
              <a:defRPr>
                <a:solidFill>
                  <a:schemeClr val="bg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8" name="Textplatzhalter 14">
            <a:extLst>
              <a:ext uri="{FF2B5EF4-FFF2-40B4-BE49-F238E27FC236}">
                <a16:creationId xmlns:a16="http://schemas.microsoft.com/office/drawing/2014/main" id="{75A32AC9-D5C2-5D41-AB56-6C34B0540F5F}"/>
              </a:ext>
            </a:extLst>
          </p:cNvPr>
          <p:cNvSpPr>
            <a:spLocks noGrp="1"/>
          </p:cNvSpPr>
          <p:nvPr>
            <p:ph type="body" sz="quarter" idx="27" hasCustomPrompt="1"/>
          </p:nvPr>
        </p:nvSpPr>
        <p:spPr>
          <a:xfrm>
            <a:off x="583345" y="3908569"/>
            <a:ext cx="2564606" cy="1943100"/>
          </a:xfrm>
          <a:solidFill>
            <a:schemeClr val="bg2"/>
          </a:solidFill>
        </p:spPr>
        <p:txBody>
          <a:bodyPr lIns="90000" tIns="90000" rIns="90000" bIns="90000" anchor="ctr" anchorCtr="0"/>
          <a:lstStyle>
            <a:lvl1pPr>
              <a:buFontTx/>
              <a:buNone/>
              <a:defRPr>
                <a:solidFill>
                  <a:schemeClr val="tx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9" name="Textplatzhalter 14">
            <a:extLst>
              <a:ext uri="{FF2B5EF4-FFF2-40B4-BE49-F238E27FC236}">
                <a16:creationId xmlns:a16="http://schemas.microsoft.com/office/drawing/2014/main" id="{83B2553F-DF41-364E-AB65-DAC8DF989F60}"/>
              </a:ext>
            </a:extLst>
          </p:cNvPr>
          <p:cNvSpPr>
            <a:spLocks noGrp="1"/>
          </p:cNvSpPr>
          <p:nvPr>
            <p:ph type="body" sz="quarter" idx="28" hasCustomPrompt="1"/>
          </p:nvPr>
        </p:nvSpPr>
        <p:spPr>
          <a:xfrm>
            <a:off x="3295784" y="3908569"/>
            <a:ext cx="2564606" cy="1943100"/>
          </a:xfrm>
          <a:solidFill>
            <a:schemeClr val="tx2"/>
          </a:solidFill>
        </p:spPr>
        <p:txBody>
          <a:bodyPr lIns="90000" tIns="90000" rIns="90000" bIns="90000" anchor="ctr" anchorCtr="0"/>
          <a:lstStyle>
            <a:lvl1pPr>
              <a:buFontTx/>
              <a:buNone/>
              <a:defRPr>
                <a:solidFill>
                  <a:schemeClr val="accent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20" name="Textplatzhalter 14">
            <a:extLst>
              <a:ext uri="{FF2B5EF4-FFF2-40B4-BE49-F238E27FC236}">
                <a16:creationId xmlns:a16="http://schemas.microsoft.com/office/drawing/2014/main" id="{715CADDE-7F43-554E-A7FE-01D686BB9562}"/>
              </a:ext>
            </a:extLst>
          </p:cNvPr>
          <p:cNvSpPr>
            <a:spLocks noGrp="1"/>
          </p:cNvSpPr>
          <p:nvPr>
            <p:ph type="body" sz="quarter" idx="29" hasCustomPrompt="1"/>
          </p:nvPr>
        </p:nvSpPr>
        <p:spPr>
          <a:xfrm>
            <a:off x="6001537" y="3908569"/>
            <a:ext cx="2564606" cy="1943100"/>
          </a:xfrm>
          <a:solidFill>
            <a:schemeClr val="accent5">
              <a:lumMod val="40000"/>
              <a:lumOff val="60000"/>
            </a:schemeClr>
          </a:solidFill>
        </p:spPr>
        <p:txBody>
          <a:bodyPr lIns="90000" tIns="90000" rIns="90000" bIns="90000" anchor="ctr" anchorCtr="0"/>
          <a:lstStyle>
            <a:lvl1pPr>
              <a:buFontTx/>
              <a:buNone/>
              <a:defRPr>
                <a:solidFill>
                  <a:schemeClr val="accent6"/>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DD9B985-DA9A-497F-8F1E-A9CDCF568F3E}"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1264514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Box_farbig Text, Bild">
    <p:spTree>
      <p:nvGrpSpPr>
        <p:cNvPr id="1" name=""/>
        <p:cNvGrpSpPr/>
        <p:nvPr/>
      </p:nvGrpSpPr>
      <p:grpSpPr>
        <a:xfrm>
          <a:off x="0" y="0"/>
          <a:ext cx="0" cy="0"/>
          <a:chOff x="0" y="0"/>
          <a:chExt cx="0" cy="0"/>
        </a:xfrm>
      </p:grpSpPr>
      <p:sp>
        <p:nvSpPr>
          <p:cNvPr id="9" name="Textplatzhalter 9">
            <a:extLst>
              <a:ext uri="{FF2B5EF4-FFF2-40B4-BE49-F238E27FC236}">
                <a16:creationId xmlns:a16="http://schemas.microsoft.com/office/drawing/2014/main" id="{7B40E3EC-1501-EC42-91E8-DE348A588B25}"/>
              </a:ext>
            </a:extLst>
          </p:cNvPr>
          <p:cNvSpPr>
            <a:spLocks noGrp="1"/>
          </p:cNvSpPr>
          <p:nvPr>
            <p:ph type="body" sz="quarter" idx="21"/>
          </p:nvPr>
        </p:nvSpPr>
        <p:spPr>
          <a:xfrm>
            <a:off x="575074" y="1844675"/>
            <a:ext cx="7993856"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Bildplatzhalter 7">
            <a:extLst>
              <a:ext uri="{FF2B5EF4-FFF2-40B4-BE49-F238E27FC236}">
                <a16:creationId xmlns:a16="http://schemas.microsoft.com/office/drawing/2014/main" id="{33E17EDA-9192-DA46-9922-8FE4EEF511A3}"/>
              </a:ext>
            </a:extLst>
          </p:cNvPr>
          <p:cNvSpPr>
            <a:spLocks noGrp="1"/>
          </p:cNvSpPr>
          <p:nvPr>
            <p:ph type="pic" sz="quarter" idx="22"/>
          </p:nvPr>
        </p:nvSpPr>
        <p:spPr>
          <a:xfrm>
            <a:off x="1007271" y="2816225"/>
            <a:ext cx="7129463" cy="2557464"/>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30319CC-A80A-4BB2-ADB7-C08B5424CD1F}"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8322511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Boxen_farbig Tex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19532E7-6989-493A-9EC3-0EF152A0D6F8}"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0" name="Textplatzhalter 9">
            <a:extLst>
              <a:ext uri="{FF2B5EF4-FFF2-40B4-BE49-F238E27FC236}">
                <a16:creationId xmlns:a16="http://schemas.microsoft.com/office/drawing/2014/main" id="{317AEAAC-8E38-1D4E-B2AB-444B91605AC7}"/>
              </a:ext>
            </a:extLst>
          </p:cNvPr>
          <p:cNvSpPr>
            <a:spLocks noGrp="1"/>
          </p:cNvSpPr>
          <p:nvPr>
            <p:ph type="body" sz="quarter" idx="20"/>
          </p:nvPr>
        </p:nvSpPr>
        <p:spPr>
          <a:xfrm>
            <a:off x="575075" y="1844675"/>
            <a:ext cx="3915965" cy="4033838"/>
          </a:xfrm>
          <a:solidFill>
            <a:schemeClr val="accent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9">
            <a:extLst>
              <a:ext uri="{FF2B5EF4-FFF2-40B4-BE49-F238E27FC236}">
                <a16:creationId xmlns:a16="http://schemas.microsoft.com/office/drawing/2014/main" id="{13F2BDFD-265F-0746-A423-EC4CAF195DC5}"/>
              </a:ext>
            </a:extLst>
          </p:cNvPr>
          <p:cNvSpPr>
            <a:spLocks noGrp="1"/>
          </p:cNvSpPr>
          <p:nvPr>
            <p:ph type="body" sz="quarter" idx="21"/>
          </p:nvPr>
        </p:nvSpPr>
        <p:spPr>
          <a:xfrm>
            <a:off x="4652967" y="1844675"/>
            <a:ext cx="3915965" cy="4033838"/>
          </a:xfrm>
          <a:solidFill>
            <a:schemeClr val="bg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Bildplatzhalter 7">
            <a:extLst>
              <a:ext uri="{FF2B5EF4-FFF2-40B4-BE49-F238E27FC236}">
                <a16:creationId xmlns:a16="http://schemas.microsoft.com/office/drawing/2014/main" id="{81049D1F-BA47-114C-B66C-6D469BD7AB64}"/>
              </a:ext>
            </a:extLst>
          </p:cNvPr>
          <p:cNvSpPr>
            <a:spLocks noGrp="1"/>
          </p:cNvSpPr>
          <p:nvPr>
            <p:ph type="pic" sz="quarter" idx="22"/>
          </p:nvPr>
        </p:nvSpPr>
        <p:spPr>
          <a:xfrm>
            <a:off x="1007269" y="2816225"/>
            <a:ext cx="3089484" cy="2557464"/>
          </a:xfrm>
        </p:spPr>
        <p:txBody>
          <a:bodyPr/>
          <a:lstStyle/>
          <a:p>
            <a:endParaRPr lang="de-DE"/>
          </a:p>
        </p:txBody>
      </p:sp>
      <p:sp>
        <p:nvSpPr>
          <p:cNvPr id="14" name="Bildplatzhalter 7">
            <a:extLst>
              <a:ext uri="{FF2B5EF4-FFF2-40B4-BE49-F238E27FC236}">
                <a16:creationId xmlns:a16="http://schemas.microsoft.com/office/drawing/2014/main" id="{DBCE94A6-5448-CA4B-9046-2B9D5379D035}"/>
              </a:ext>
            </a:extLst>
          </p:cNvPr>
          <p:cNvSpPr>
            <a:spLocks noGrp="1"/>
          </p:cNvSpPr>
          <p:nvPr>
            <p:ph type="pic" sz="quarter" idx="23"/>
          </p:nvPr>
        </p:nvSpPr>
        <p:spPr>
          <a:xfrm>
            <a:off x="5047247" y="2816225"/>
            <a:ext cx="3089484" cy="2557464"/>
          </a:xfrm>
        </p:spPr>
        <p:txBody>
          <a:bodyPr/>
          <a:lstStyle/>
          <a:p>
            <a:endParaRPr lang="de-DE"/>
          </a:p>
        </p:txBody>
      </p:sp>
    </p:spTree>
    <p:extLst>
      <p:ext uri="{BB962C8B-B14F-4D97-AF65-F5344CB8AC3E}">
        <p14:creationId xmlns:p14="http://schemas.microsoft.com/office/powerpoint/2010/main" val="13577365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Boxen_farbig Text, Bild">
    <p:spTree>
      <p:nvGrpSpPr>
        <p:cNvPr id="1" name=""/>
        <p:cNvGrpSpPr/>
        <p:nvPr/>
      </p:nvGrpSpPr>
      <p:grpSpPr>
        <a:xfrm>
          <a:off x="0" y="0"/>
          <a:ext cx="0" cy="0"/>
          <a:chOff x="0" y="0"/>
          <a:chExt cx="0" cy="0"/>
        </a:xfrm>
      </p:grpSpPr>
      <p:sp>
        <p:nvSpPr>
          <p:cNvPr id="12" name="Textplatzhalter 9">
            <a:extLst>
              <a:ext uri="{FF2B5EF4-FFF2-40B4-BE49-F238E27FC236}">
                <a16:creationId xmlns:a16="http://schemas.microsoft.com/office/drawing/2014/main" id="{AB96DF7C-C151-4140-9FA3-D33AAB878ADF}"/>
              </a:ext>
            </a:extLst>
          </p:cNvPr>
          <p:cNvSpPr>
            <a:spLocks noGrp="1"/>
          </p:cNvSpPr>
          <p:nvPr>
            <p:ph type="body" sz="quarter" idx="21"/>
          </p:nvPr>
        </p:nvSpPr>
        <p:spPr>
          <a:xfrm>
            <a:off x="575072" y="1844675"/>
            <a:ext cx="2565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Textplatzhalter 9">
            <a:extLst>
              <a:ext uri="{FF2B5EF4-FFF2-40B4-BE49-F238E27FC236}">
                <a16:creationId xmlns:a16="http://schemas.microsoft.com/office/drawing/2014/main" id="{0EFFEC16-8F13-7D4C-9C6C-D2090DDF07CC}"/>
              </a:ext>
            </a:extLst>
          </p:cNvPr>
          <p:cNvSpPr>
            <a:spLocks noGrp="1"/>
          </p:cNvSpPr>
          <p:nvPr>
            <p:ph type="body" sz="quarter" idx="22"/>
          </p:nvPr>
        </p:nvSpPr>
        <p:spPr>
          <a:xfrm>
            <a:off x="3292040" y="1844675"/>
            <a:ext cx="2565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87C05A7-8D18-5040-B083-1308A01CE35F}"/>
              </a:ext>
            </a:extLst>
          </p:cNvPr>
          <p:cNvSpPr>
            <a:spLocks noGrp="1"/>
          </p:cNvSpPr>
          <p:nvPr>
            <p:ph type="body" sz="quarter" idx="23"/>
          </p:nvPr>
        </p:nvSpPr>
        <p:spPr>
          <a:xfrm>
            <a:off x="6009775" y="1846331"/>
            <a:ext cx="2565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946237D-7D05-4ACD-8FF2-490F5AFF10F1}"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5" name="Bildplatzhalter 7">
            <a:extLst>
              <a:ext uri="{FF2B5EF4-FFF2-40B4-BE49-F238E27FC236}">
                <a16:creationId xmlns:a16="http://schemas.microsoft.com/office/drawing/2014/main" id="{A507C95F-6D11-744F-80D8-25C62D43083A}"/>
              </a:ext>
            </a:extLst>
          </p:cNvPr>
          <p:cNvSpPr>
            <a:spLocks noGrp="1"/>
          </p:cNvSpPr>
          <p:nvPr>
            <p:ph type="pic" sz="quarter" idx="24"/>
          </p:nvPr>
        </p:nvSpPr>
        <p:spPr>
          <a:xfrm>
            <a:off x="898901" y="2797968"/>
            <a:ext cx="1917345" cy="2557464"/>
          </a:xfrm>
        </p:spPr>
        <p:txBody>
          <a:bodyPr/>
          <a:lstStyle/>
          <a:p>
            <a:endParaRPr lang="de-DE"/>
          </a:p>
        </p:txBody>
      </p:sp>
      <p:sp>
        <p:nvSpPr>
          <p:cNvPr id="16" name="Bildplatzhalter 7">
            <a:extLst>
              <a:ext uri="{FF2B5EF4-FFF2-40B4-BE49-F238E27FC236}">
                <a16:creationId xmlns:a16="http://schemas.microsoft.com/office/drawing/2014/main" id="{2C5312BC-16A3-6740-BB08-B74A1D71CE8D}"/>
              </a:ext>
            </a:extLst>
          </p:cNvPr>
          <p:cNvSpPr>
            <a:spLocks noGrp="1"/>
          </p:cNvSpPr>
          <p:nvPr>
            <p:ph type="pic" sz="quarter" idx="25"/>
          </p:nvPr>
        </p:nvSpPr>
        <p:spPr>
          <a:xfrm>
            <a:off x="3613328" y="2797968"/>
            <a:ext cx="1917345" cy="2557464"/>
          </a:xfrm>
        </p:spPr>
        <p:txBody>
          <a:bodyPr/>
          <a:lstStyle/>
          <a:p>
            <a:endParaRPr lang="de-DE"/>
          </a:p>
        </p:txBody>
      </p:sp>
      <p:sp>
        <p:nvSpPr>
          <p:cNvPr id="17" name="Bildplatzhalter 7">
            <a:extLst>
              <a:ext uri="{FF2B5EF4-FFF2-40B4-BE49-F238E27FC236}">
                <a16:creationId xmlns:a16="http://schemas.microsoft.com/office/drawing/2014/main" id="{1F0D7D82-D4E8-0B40-B295-FFE6738DD8A0}"/>
              </a:ext>
            </a:extLst>
          </p:cNvPr>
          <p:cNvSpPr>
            <a:spLocks noGrp="1"/>
          </p:cNvSpPr>
          <p:nvPr>
            <p:ph type="pic" sz="quarter" idx="26"/>
          </p:nvPr>
        </p:nvSpPr>
        <p:spPr>
          <a:xfrm>
            <a:off x="6333602" y="2816225"/>
            <a:ext cx="1917345" cy="2557464"/>
          </a:xfrm>
        </p:spPr>
        <p:txBody>
          <a:bodyPr/>
          <a:lstStyle/>
          <a:p>
            <a:endParaRPr lang="de-DE"/>
          </a:p>
        </p:txBody>
      </p:sp>
    </p:spTree>
    <p:extLst>
      <p:ext uri="{BB962C8B-B14F-4D97-AF65-F5344CB8AC3E}">
        <p14:creationId xmlns:p14="http://schemas.microsoft.com/office/powerpoint/2010/main" val="9213863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Boxen_farbig Text, Bild">
    <p:spTree>
      <p:nvGrpSpPr>
        <p:cNvPr id="1" name=""/>
        <p:cNvGrpSpPr/>
        <p:nvPr/>
      </p:nvGrpSpPr>
      <p:grpSpPr>
        <a:xfrm>
          <a:off x="0" y="0"/>
          <a:ext cx="0" cy="0"/>
          <a:chOff x="0" y="0"/>
          <a:chExt cx="0" cy="0"/>
        </a:xfrm>
      </p:grpSpPr>
      <p:sp>
        <p:nvSpPr>
          <p:cNvPr id="13" name="Textplatzhalter 9">
            <a:extLst>
              <a:ext uri="{FF2B5EF4-FFF2-40B4-BE49-F238E27FC236}">
                <a16:creationId xmlns:a16="http://schemas.microsoft.com/office/drawing/2014/main" id="{D8B4C3F5-B1A6-704F-90EB-DBC102C1A571}"/>
              </a:ext>
            </a:extLst>
          </p:cNvPr>
          <p:cNvSpPr>
            <a:spLocks noGrp="1"/>
          </p:cNvSpPr>
          <p:nvPr>
            <p:ph type="body" sz="quarter" idx="22"/>
          </p:nvPr>
        </p:nvSpPr>
        <p:spPr>
          <a:xfrm>
            <a:off x="575072" y="1844675"/>
            <a:ext cx="1890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0189C06-9E0B-3D46-B456-755B35F4F57D}"/>
              </a:ext>
            </a:extLst>
          </p:cNvPr>
          <p:cNvSpPr>
            <a:spLocks noGrp="1"/>
          </p:cNvSpPr>
          <p:nvPr>
            <p:ph type="body" sz="quarter" idx="23"/>
          </p:nvPr>
        </p:nvSpPr>
        <p:spPr>
          <a:xfrm>
            <a:off x="2609691" y="1843416"/>
            <a:ext cx="1890000" cy="4033838"/>
          </a:xfrm>
          <a:solidFill>
            <a:schemeClr val="accent5">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9">
            <a:extLst>
              <a:ext uri="{FF2B5EF4-FFF2-40B4-BE49-F238E27FC236}">
                <a16:creationId xmlns:a16="http://schemas.microsoft.com/office/drawing/2014/main" id="{EF1DB3E7-0C35-7B45-A122-3FBBBEC3DED4}"/>
              </a:ext>
            </a:extLst>
          </p:cNvPr>
          <p:cNvSpPr>
            <a:spLocks noGrp="1"/>
          </p:cNvSpPr>
          <p:nvPr>
            <p:ph type="body" sz="quarter" idx="24"/>
          </p:nvPr>
        </p:nvSpPr>
        <p:spPr>
          <a:xfrm>
            <a:off x="4644311" y="1843249"/>
            <a:ext cx="1890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Textplatzhalter 9">
            <a:extLst>
              <a:ext uri="{FF2B5EF4-FFF2-40B4-BE49-F238E27FC236}">
                <a16:creationId xmlns:a16="http://schemas.microsoft.com/office/drawing/2014/main" id="{73F34BF8-B09A-0B4D-88DB-3D3C26464A8D}"/>
              </a:ext>
            </a:extLst>
          </p:cNvPr>
          <p:cNvSpPr>
            <a:spLocks noGrp="1"/>
          </p:cNvSpPr>
          <p:nvPr>
            <p:ph type="body" sz="quarter" idx="25"/>
          </p:nvPr>
        </p:nvSpPr>
        <p:spPr>
          <a:xfrm>
            <a:off x="6678928" y="1869769"/>
            <a:ext cx="1890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83F1A3D-D6BE-4045-9F39-F18C2F816FD5}"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2" name="Bildplatzhalter 7">
            <a:extLst>
              <a:ext uri="{FF2B5EF4-FFF2-40B4-BE49-F238E27FC236}">
                <a16:creationId xmlns:a16="http://schemas.microsoft.com/office/drawing/2014/main" id="{974598A7-17E8-7D47-A3AB-87B9F6F61EEA}"/>
              </a:ext>
            </a:extLst>
          </p:cNvPr>
          <p:cNvSpPr>
            <a:spLocks noGrp="1"/>
          </p:cNvSpPr>
          <p:nvPr>
            <p:ph type="pic" sz="quarter" idx="26"/>
          </p:nvPr>
        </p:nvSpPr>
        <p:spPr>
          <a:xfrm>
            <a:off x="840288" y="2797968"/>
            <a:ext cx="1359568" cy="2557464"/>
          </a:xfrm>
        </p:spPr>
        <p:txBody>
          <a:bodyPr/>
          <a:lstStyle/>
          <a:p>
            <a:endParaRPr lang="de-DE"/>
          </a:p>
        </p:txBody>
      </p:sp>
      <p:sp>
        <p:nvSpPr>
          <p:cNvPr id="19" name="Bildplatzhalter 7">
            <a:extLst>
              <a:ext uri="{FF2B5EF4-FFF2-40B4-BE49-F238E27FC236}">
                <a16:creationId xmlns:a16="http://schemas.microsoft.com/office/drawing/2014/main" id="{DD433D5E-79C1-6B4B-9EBC-BAD094A51C9B}"/>
              </a:ext>
            </a:extLst>
          </p:cNvPr>
          <p:cNvSpPr>
            <a:spLocks noGrp="1"/>
          </p:cNvSpPr>
          <p:nvPr>
            <p:ph type="pic" sz="quarter" idx="27"/>
          </p:nvPr>
        </p:nvSpPr>
        <p:spPr>
          <a:xfrm>
            <a:off x="2874909" y="2816225"/>
            <a:ext cx="1359568" cy="2557464"/>
          </a:xfrm>
        </p:spPr>
        <p:txBody>
          <a:bodyPr/>
          <a:lstStyle/>
          <a:p>
            <a:endParaRPr lang="de-DE"/>
          </a:p>
        </p:txBody>
      </p:sp>
      <p:sp>
        <p:nvSpPr>
          <p:cNvPr id="20" name="Bildplatzhalter 7">
            <a:extLst>
              <a:ext uri="{FF2B5EF4-FFF2-40B4-BE49-F238E27FC236}">
                <a16:creationId xmlns:a16="http://schemas.microsoft.com/office/drawing/2014/main" id="{FB3DE151-D2BC-1244-A59C-3650A653E8A8}"/>
              </a:ext>
            </a:extLst>
          </p:cNvPr>
          <p:cNvSpPr>
            <a:spLocks noGrp="1"/>
          </p:cNvSpPr>
          <p:nvPr>
            <p:ph type="pic" sz="quarter" idx="28"/>
          </p:nvPr>
        </p:nvSpPr>
        <p:spPr>
          <a:xfrm>
            <a:off x="4909527" y="2831348"/>
            <a:ext cx="1359568" cy="2557464"/>
          </a:xfrm>
        </p:spPr>
        <p:txBody>
          <a:bodyPr/>
          <a:lstStyle/>
          <a:p>
            <a:endParaRPr lang="de-DE"/>
          </a:p>
        </p:txBody>
      </p:sp>
      <p:sp>
        <p:nvSpPr>
          <p:cNvPr id="21" name="Bildplatzhalter 7">
            <a:extLst>
              <a:ext uri="{FF2B5EF4-FFF2-40B4-BE49-F238E27FC236}">
                <a16:creationId xmlns:a16="http://schemas.microsoft.com/office/drawing/2014/main" id="{10D95DBB-8769-FE4F-A709-858628724ED3}"/>
              </a:ext>
            </a:extLst>
          </p:cNvPr>
          <p:cNvSpPr>
            <a:spLocks noGrp="1"/>
          </p:cNvSpPr>
          <p:nvPr>
            <p:ph type="pic" sz="quarter" idx="29"/>
          </p:nvPr>
        </p:nvSpPr>
        <p:spPr>
          <a:xfrm>
            <a:off x="6944145" y="2831348"/>
            <a:ext cx="1359568" cy="2557464"/>
          </a:xfrm>
        </p:spPr>
        <p:txBody>
          <a:bodyPr/>
          <a:lstStyle/>
          <a:p>
            <a:endParaRPr lang="de-DE"/>
          </a:p>
        </p:txBody>
      </p:sp>
    </p:spTree>
    <p:extLst>
      <p:ext uri="{BB962C8B-B14F-4D97-AF65-F5344CB8AC3E}">
        <p14:creationId xmlns:p14="http://schemas.microsoft.com/office/powerpoint/2010/main" val="36652645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 Boxen_farbig_quer Text, Bi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BF00A1FE-3129-FE4F-899C-66554322D13C}"/>
              </a:ext>
            </a:extLst>
          </p:cNvPr>
          <p:cNvSpPr>
            <a:spLocks noGrp="1"/>
          </p:cNvSpPr>
          <p:nvPr>
            <p:ph type="body" sz="quarter" idx="24" hasCustomPrompt="1"/>
          </p:nvPr>
        </p:nvSpPr>
        <p:spPr>
          <a:xfrm>
            <a:off x="583345" y="1845128"/>
            <a:ext cx="2564606" cy="1943100"/>
          </a:xfrm>
          <a:solidFill>
            <a:schemeClr val="accent6"/>
          </a:solidFill>
        </p:spPr>
        <p:txBody>
          <a:bodyPr lIns="90000" tIns="90000" rIns="90000" bIns="90000" anchor="ctr" anchorCtr="0"/>
          <a:lstStyle>
            <a:lvl1pPr>
              <a:buFontTx/>
              <a:buNone/>
              <a:defRPr>
                <a:solidFill>
                  <a:schemeClr val="accent5">
                    <a:lumMod val="20000"/>
                    <a:lumOff val="80000"/>
                  </a:schemeClr>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6" name="Textplatzhalter 14">
            <a:extLst>
              <a:ext uri="{FF2B5EF4-FFF2-40B4-BE49-F238E27FC236}">
                <a16:creationId xmlns:a16="http://schemas.microsoft.com/office/drawing/2014/main" id="{8EBFB9D6-32E7-1E4D-9CF4-26AC1FD8F070}"/>
              </a:ext>
            </a:extLst>
          </p:cNvPr>
          <p:cNvSpPr>
            <a:spLocks noGrp="1"/>
          </p:cNvSpPr>
          <p:nvPr>
            <p:ph type="body" sz="quarter" idx="25" hasCustomPrompt="1"/>
          </p:nvPr>
        </p:nvSpPr>
        <p:spPr>
          <a:xfrm>
            <a:off x="3295784" y="1845128"/>
            <a:ext cx="2564606" cy="1943100"/>
          </a:xfrm>
          <a:solidFill>
            <a:schemeClr val="accent2"/>
          </a:solidFill>
        </p:spPr>
        <p:txBody>
          <a:bodyPr lIns="90000" tIns="90000" rIns="90000" bIns="90000" anchor="ctr" anchorCtr="0"/>
          <a:lstStyle>
            <a:lvl1pPr>
              <a:buFontTx/>
              <a:buNone/>
              <a:defRPr>
                <a:solidFill>
                  <a:schemeClr val="accent3"/>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7" name="Textplatzhalter 14">
            <a:extLst>
              <a:ext uri="{FF2B5EF4-FFF2-40B4-BE49-F238E27FC236}">
                <a16:creationId xmlns:a16="http://schemas.microsoft.com/office/drawing/2014/main" id="{17381B11-7E77-3B44-B33E-EFC213BC5C58}"/>
              </a:ext>
            </a:extLst>
          </p:cNvPr>
          <p:cNvSpPr>
            <a:spLocks noGrp="1"/>
          </p:cNvSpPr>
          <p:nvPr>
            <p:ph type="body" sz="quarter" idx="26" hasCustomPrompt="1"/>
          </p:nvPr>
        </p:nvSpPr>
        <p:spPr>
          <a:xfrm>
            <a:off x="6011809" y="1845128"/>
            <a:ext cx="2564606" cy="1943100"/>
          </a:xfrm>
          <a:solidFill>
            <a:schemeClr val="accent3"/>
          </a:solidFill>
        </p:spPr>
        <p:txBody>
          <a:bodyPr lIns="90000" tIns="90000" rIns="90000" bIns="90000" anchor="ctr" anchorCtr="0"/>
          <a:lstStyle>
            <a:lvl1pPr>
              <a:buFontTx/>
              <a:buNone/>
              <a:defRPr>
                <a:solidFill>
                  <a:schemeClr val="bg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8" name="Textplatzhalter 14">
            <a:extLst>
              <a:ext uri="{FF2B5EF4-FFF2-40B4-BE49-F238E27FC236}">
                <a16:creationId xmlns:a16="http://schemas.microsoft.com/office/drawing/2014/main" id="{75A32AC9-D5C2-5D41-AB56-6C34B0540F5F}"/>
              </a:ext>
            </a:extLst>
          </p:cNvPr>
          <p:cNvSpPr>
            <a:spLocks noGrp="1"/>
          </p:cNvSpPr>
          <p:nvPr>
            <p:ph type="body" sz="quarter" idx="27" hasCustomPrompt="1"/>
          </p:nvPr>
        </p:nvSpPr>
        <p:spPr>
          <a:xfrm>
            <a:off x="583345" y="3908569"/>
            <a:ext cx="2564606" cy="1943100"/>
          </a:xfrm>
          <a:solidFill>
            <a:schemeClr val="bg2"/>
          </a:solidFill>
        </p:spPr>
        <p:txBody>
          <a:bodyPr lIns="90000" tIns="90000" rIns="90000" bIns="90000" anchor="ctr" anchorCtr="0"/>
          <a:lstStyle>
            <a:lvl1pPr>
              <a:buFontTx/>
              <a:buNone/>
              <a:defRPr>
                <a:solidFill>
                  <a:schemeClr val="tx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9" name="Textplatzhalter 14">
            <a:extLst>
              <a:ext uri="{FF2B5EF4-FFF2-40B4-BE49-F238E27FC236}">
                <a16:creationId xmlns:a16="http://schemas.microsoft.com/office/drawing/2014/main" id="{83B2553F-DF41-364E-AB65-DAC8DF989F60}"/>
              </a:ext>
            </a:extLst>
          </p:cNvPr>
          <p:cNvSpPr>
            <a:spLocks noGrp="1"/>
          </p:cNvSpPr>
          <p:nvPr>
            <p:ph type="body" sz="quarter" idx="28" hasCustomPrompt="1"/>
          </p:nvPr>
        </p:nvSpPr>
        <p:spPr>
          <a:xfrm>
            <a:off x="3295784" y="3908569"/>
            <a:ext cx="2564606" cy="1943100"/>
          </a:xfrm>
          <a:solidFill>
            <a:schemeClr val="tx2"/>
          </a:solidFill>
        </p:spPr>
        <p:txBody>
          <a:bodyPr lIns="90000" tIns="90000" rIns="90000" bIns="90000" anchor="ctr" anchorCtr="0"/>
          <a:lstStyle>
            <a:lvl1pPr>
              <a:buFontTx/>
              <a:buNone/>
              <a:defRPr>
                <a:solidFill>
                  <a:schemeClr val="accent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20" name="Textplatzhalter 14">
            <a:extLst>
              <a:ext uri="{FF2B5EF4-FFF2-40B4-BE49-F238E27FC236}">
                <a16:creationId xmlns:a16="http://schemas.microsoft.com/office/drawing/2014/main" id="{715CADDE-7F43-554E-A7FE-01D686BB9562}"/>
              </a:ext>
            </a:extLst>
          </p:cNvPr>
          <p:cNvSpPr>
            <a:spLocks noGrp="1"/>
          </p:cNvSpPr>
          <p:nvPr>
            <p:ph type="body" sz="quarter" idx="29" hasCustomPrompt="1"/>
          </p:nvPr>
        </p:nvSpPr>
        <p:spPr>
          <a:xfrm>
            <a:off x="6001537" y="3908569"/>
            <a:ext cx="2564606" cy="1943100"/>
          </a:xfrm>
          <a:solidFill>
            <a:schemeClr val="accent5">
              <a:lumMod val="40000"/>
              <a:lumOff val="60000"/>
            </a:schemeClr>
          </a:solidFill>
        </p:spPr>
        <p:txBody>
          <a:bodyPr lIns="90000" tIns="90000" rIns="90000" bIns="90000" anchor="ctr" anchorCtr="0"/>
          <a:lstStyle>
            <a:lvl1pPr>
              <a:buFontTx/>
              <a:buNone/>
              <a:defRPr>
                <a:solidFill>
                  <a:schemeClr val="accent6"/>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0AC8BB39-3CA2-4BED-9BEB-4307CEEA1E34}" type="datetime1">
              <a:rPr lang="de-DE" smtClean="0"/>
              <a:t>29.04.2025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‹Nr.›</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Bildplatzhalter 7">
            <a:extLst>
              <a:ext uri="{FF2B5EF4-FFF2-40B4-BE49-F238E27FC236}">
                <a16:creationId xmlns:a16="http://schemas.microsoft.com/office/drawing/2014/main" id="{4949BA19-B6A2-5245-96E2-D70AB37DEF5E}"/>
              </a:ext>
            </a:extLst>
          </p:cNvPr>
          <p:cNvSpPr>
            <a:spLocks noGrp="1"/>
          </p:cNvSpPr>
          <p:nvPr>
            <p:ph type="pic" sz="quarter" idx="30"/>
          </p:nvPr>
        </p:nvSpPr>
        <p:spPr>
          <a:xfrm>
            <a:off x="857040" y="2151938"/>
            <a:ext cx="2017212" cy="1277067"/>
          </a:xfrm>
        </p:spPr>
        <p:txBody>
          <a:bodyPr/>
          <a:lstStyle/>
          <a:p>
            <a:endParaRPr lang="de-DE"/>
          </a:p>
        </p:txBody>
      </p:sp>
      <p:sp>
        <p:nvSpPr>
          <p:cNvPr id="21" name="Bildplatzhalter 7">
            <a:extLst>
              <a:ext uri="{FF2B5EF4-FFF2-40B4-BE49-F238E27FC236}">
                <a16:creationId xmlns:a16="http://schemas.microsoft.com/office/drawing/2014/main" id="{4697599C-8547-0B42-A814-1C77F1CBDDE0}"/>
              </a:ext>
            </a:extLst>
          </p:cNvPr>
          <p:cNvSpPr>
            <a:spLocks noGrp="1"/>
          </p:cNvSpPr>
          <p:nvPr>
            <p:ph type="pic" sz="quarter" idx="31"/>
          </p:nvPr>
        </p:nvSpPr>
        <p:spPr>
          <a:xfrm>
            <a:off x="3563393" y="2151938"/>
            <a:ext cx="2017212" cy="1277067"/>
          </a:xfrm>
        </p:spPr>
        <p:txBody>
          <a:bodyPr/>
          <a:lstStyle/>
          <a:p>
            <a:endParaRPr lang="de-DE"/>
          </a:p>
        </p:txBody>
      </p:sp>
      <p:sp>
        <p:nvSpPr>
          <p:cNvPr id="22" name="Bildplatzhalter 7">
            <a:extLst>
              <a:ext uri="{FF2B5EF4-FFF2-40B4-BE49-F238E27FC236}">
                <a16:creationId xmlns:a16="http://schemas.microsoft.com/office/drawing/2014/main" id="{62BED5FD-626C-394F-9EA7-CBFE98422048}"/>
              </a:ext>
            </a:extLst>
          </p:cNvPr>
          <p:cNvSpPr>
            <a:spLocks noGrp="1"/>
          </p:cNvSpPr>
          <p:nvPr>
            <p:ph type="pic" sz="quarter" idx="32"/>
          </p:nvPr>
        </p:nvSpPr>
        <p:spPr>
          <a:xfrm>
            <a:off x="6285503" y="2135943"/>
            <a:ext cx="2017212" cy="1277067"/>
          </a:xfrm>
        </p:spPr>
        <p:txBody>
          <a:bodyPr/>
          <a:lstStyle/>
          <a:p>
            <a:endParaRPr lang="de-DE"/>
          </a:p>
        </p:txBody>
      </p:sp>
      <p:sp>
        <p:nvSpPr>
          <p:cNvPr id="23" name="Bildplatzhalter 7">
            <a:extLst>
              <a:ext uri="{FF2B5EF4-FFF2-40B4-BE49-F238E27FC236}">
                <a16:creationId xmlns:a16="http://schemas.microsoft.com/office/drawing/2014/main" id="{CCAC6228-12C9-BB4D-9ABA-61C2CDB24D47}"/>
              </a:ext>
            </a:extLst>
          </p:cNvPr>
          <p:cNvSpPr>
            <a:spLocks noGrp="1"/>
          </p:cNvSpPr>
          <p:nvPr>
            <p:ph type="pic" sz="quarter" idx="33"/>
          </p:nvPr>
        </p:nvSpPr>
        <p:spPr>
          <a:xfrm>
            <a:off x="857040" y="4192588"/>
            <a:ext cx="2017212" cy="1277067"/>
          </a:xfrm>
        </p:spPr>
        <p:txBody>
          <a:bodyPr/>
          <a:lstStyle/>
          <a:p>
            <a:endParaRPr lang="de-DE"/>
          </a:p>
        </p:txBody>
      </p:sp>
      <p:sp>
        <p:nvSpPr>
          <p:cNvPr id="24" name="Bildplatzhalter 7">
            <a:extLst>
              <a:ext uri="{FF2B5EF4-FFF2-40B4-BE49-F238E27FC236}">
                <a16:creationId xmlns:a16="http://schemas.microsoft.com/office/drawing/2014/main" id="{284DCA23-C2A1-4547-9522-5177FD8FB1CF}"/>
              </a:ext>
            </a:extLst>
          </p:cNvPr>
          <p:cNvSpPr>
            <a:spLocks noGrp="1"/>
          </p:cNvSpPr>
          <p:nvPr>
            <p:ph type="pic" sz="quarter" idx="34"/>
          </p:nvPr>
        </p:nvSpPr>
        <p:spPr>
          <a:xfrm>
            <a:off x="3563393" y="4192588"/>
            <a:ext cx="2017212" cy="1277067"/>
          </a:xfrm>
        </p:spPr>
        <p:txBody>
          <a:bodyPr/>
          <a:lstStyle/>
          <a:p>
            <a:endParaRPr lang="de-DE"/>
          </a:p>
        </p:txBody>
      </p:sp>
      <p:sp>
        <p:nvSpPr>
          <p:cNvPr id="25" name="Bildplatzhalter 7">
            <a:extLst>
              <a:ext uri="{FF2B5EF4-FFF2-40B4-BE49-F238E27FC236}">
                <a16:creationId xmlns:a16="http://schemas.microsoft.com/office/drawing/2014/main" id="{1E89FFEF-947C-5845-80F6-EED643867326}"/>
              </a:ext>
            </a:extLst>
          </p:cNvPr>
          <p:cNvSpPr>
            <a:spLocks noGrp="1"/>
          </p:cNvSpPr>
          <p:nvPr>
            <p:ph type="pic" sz="quarter" idx="35"/>
          </p:nvPr>
        </p:nvSpPr>
        <p:spPr>
          <a:xfrm>
            <a:off x="6285503" y="4176593"/>
            <a:ext cx="2017212" cy="1277067"/>
          </a:xfrm>
        </p:spPr>
        <p:txBody>
          <a:bodyPr/>
          <a:lstStyle/>
          <a:p>
            <a:endParaRPr lang="de-DE"/>
          </a:p>
        </p:txBody>
      </p:sp>
    </p:spTree>
    <p:extLst>
      <p:ext uri="{BB962C8B-B14F-4D97-AF65-F5344CB8AC3E}">
        <p14:creationId xmlns:p14="http://schemas.microsoft.com/office/powerpoint/2010/main" val="8989455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9" Type="http://schemas.openxmlformats.org/officeDocument/2006/relationships/slideLayout" Target="../slideLayouts/slideLayout45.xml"/><Relationship Id="rId21" Type="http://schemas.openxmlformats.org/officeDocument/2006/relationships/slideLayout" Target="../slideLayouts/slideLayout27.xml"/><Relationship Id="rId34" Type="http://schemas.openxmlformats.org/officeDocument/2006/relationships/slideLayout" Target="../slideLayouts/slideLayout40.xml"/><Relationship Id="rId42" Type="http://schemas.openxmlformats.org/officeDocument/2006/relationships/slideLayout" Target="../slideLayouts/slideLayout48.xml"/><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29" Type="http://schemas.openxmlformats.org/officeDocument/2006/relationships/slideLayout" Target="../slideLayouts/slideLayout35.xml"/><Relationship Id="rId41" Type="http://schemas.openxmlformats.org/officeDocument/2006/relationships/slideLayout" Target="../slideLayouts/slideLayout47.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31" Type="http://schemas.openxmlformats.org/officeDocument/2006/relationships/slideLayout" Target="../slideLayouts/slideLayout37.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43" Type="http://schemas.openxmlformats.org/officeDocument/2006/relationships/theme" Target="../theme/theme2.xml"/><Relationship Id="rId8" Type="http://schemas.openxmlformats.org/officeDocument/2006/relationships/slideLayout" Target="../slideLayouts/slideLayout14.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F6E5DDD-00D1-7D43-85B0-A1D089E429C6}"/>
              </a:ext>
            </a:extLst>
          </p:cNvPr>
          <p:cNvSpPr>
            <a:spLocks noGrp="1"/>
          </p:cNvSpPr>
          <p:nvPr>
            <p:ph type="title"/>
          </p:nvPr>
        </p:nvSpPr>
        <p:spPr>
          <a:xfrm>
            <a:off x="575074" y="1494835"/>
            <a:ext cx="7344967" cy="876440"/>
          </a:xfrm>
          <a:prstGeom prst="rect">
            <a:avLst/>
          </a:prstGeom>
        </p:spPr>
        <p:txBody>
          <a:bodyPr vert="horz" lIns="0" tIns="0" rIns="0" bIns="0" rtlCol="0" anchor="t" anchorCtr="0">
            <a:noAutofit/>
          </a:bodyPr>
          <a:lstStyle/>
          <a:p>
            <a:r>
              <a:rPr lang="de-DE"/>
              <a:t>Überschrift</a:t>
            </a:r>
          </a:p>
        </p:txBody>
      </p:sp>
      <p:sp>
        <p:nvSpPr>
          <p:cNvPr id="3" name="Textplatzhalter 2">
            <a:extLst>
              <a:ext uri="{FF2B5EF4-FFF2-40B4-BE49-F238E27FC236}">
                <a16:creationId xmlns:a16="http://schemas.microsoft.com/office/drawing/2014/main" id="{7EFE0901-FDF8-5044-AFA8-639DDFC4CBBA}"/>
              </a:ext>
            </a:extLst>
          </p:cNvPr>
          <p:cNvSpPr>
            <a:spLocks noGrp="1"/>
          </p:cNvSpPr>
          <p:nvPr>
            <p:ph type="body" idx="1"/>
          </p:nvPr>
        </p:nvSpPr>
        <p:spPr>
          <a:xfrm>
            <a:off x="575075" y="2816225"/>
            <a:ext cx="7344967" cy="2610482"/>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feld 6">
            <a:extLst>
              <a:ext uri="{FF2B5EF4-FFF2-40B4-BE49-F238E27FC236}">
                <a16:creationId xmlns:a16="http://schemas.microsoft.com/office/drawing/2014/main" id="{09E5533C-B575-A04C-8693-A48DD4F60EC6}"/>
              </a:ext>
            </a:extLst>
          </p:cNvPr>
          <p:cNvSpPr txBox="1"/>
          <p:nvPr userDrawn="1"/>
        </p:nvSpPr>
        <p:spPr>
          <a:xfrm>
            <a:off x="2349614" y="2186610"/>
            <a:ext cx="184731" cy="369460"/>
          </a:xfrm>
          <a:prstGeom prst="rect">
            <a:avLst/>
          </a:prstGeom>
          <a:noFill/>
        </p:spPr>
        <p:txBody>
          <a:bodyPr wrap="none" rtlCol="0">
            <a:spAutoFit/>
          </a:bodyPr>
          <a:lstStyle/>
          <a:p>
            <a:endParaRPr lang="de-DE" sz="1801"/>
          </a:p>
        </p:txBody>
      </p:sp>
    </p:spTree>
    <p:extLst>
      <p:ext uri="{BB962C8B-B14F-4D97-AF65-F5344CB8AC3E}">
        <p14:creationId xmlns:p14="http://schemas.microsoft.com/office/powerpoint/2010/main" val="362263879"/>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p:hf hdr="0" ftr="0"/>
  <p:txStyles>
    <p:titleStyle>
      <a:lvl1pPr algn="l" defTabSz="914388" rtl="0" eaLnBrk="1" latinLnBrk="0" hangingPunct="1">
        <a:lnSpc>
          <a:spcPts val="4701"/>
        </a:lnSpc>
        <a:spcBef>
          <a:spcPct val="0"/>
        </a:spcBef>
        <a:buNone/>
        <a:defRPr sz="4000" kern="1200">
          <a:solidFill>
            <a:schemeClr val="tx2"/>
          </a:solidFill>
          <a:latin typeface="+mn-lt"/>
          <a:ea typeface="+mj-ea"/>
          <a:cs typeface="+mj-cs"/>
        </a:defRPr>
      </a:lvl1pPr>
    </p:titleStyle>
    <p:bodyStyle>
      <a:lvl1pPr marL="514344" indent="-514344" algn="l" defTabSz="914388" rtl="0" eaLnBrk="1" latinLnBrk="0" hangingPunct="1">
        <a:lnSpc>
          <a:spcPct val="90000"/>
        </a:lnSpc>
        <a:spcBef>
          <a:spcPts val="1001"/>
        </a:spcBef>
        <a:buClr>
          <a:schemeClr val="accent1"/>
        </a:buClr>
        <a:buSzPct val="100000"/>
        <a:buFont typeface="+mj-lt"/>
        <a:buAutoNum type="arabicPeriod"/>
        <a:defRPr sz="3001" kern="1200">
          <a:solidFill>
            <a:schemeClr val="tx1"/>
          </a:solidFill>
          <a:latin typeface="+mn-lt"/>
          <a:ea typeface="+mn-ea"/>
          <a:cs typeface="+mn-cs"/>
        </a:defRPr>
      </a:lvl1pPr>
      <a:lvl2pPr marL="727067" indent="-457195" algn="l" defTabSz="914388" rtl="0" eaLnBrk="1" latinLnBrk="0" hangingPunct="1">
        <a:lnSpc>
          <a:spcPct val="90000"/>
        </a:lnSpc>
        <a:spcBef>
          <a:spcPts val="500"/>
        </a:spcBef>
        <a:buClr>
          <a:schemeClr val="tx1"/>
        </a:buClr>
        <a:buSzPct val="100000"/>
        <a:buFont typeface="+mj-lt"/>
        <a:buAutoNum type="arabicPeriod"/>
        <a:tabLst/>
        <a:defRPr sz="2400" kern="1200">
          <a:solidFill>
            <a:schemeClr val="tx1"/>
          </a:solidFill>
          <a:latin typeface="+mn-lt"/>
          <a:ea typeface="+mn-ea"/>
          <a:cs typeface="+mn-cs"/>
        </a:defRPr>
      </a:lvl2pPr>
      <a:lvl3pPr marL="947727" indent="-457195" algn="l" defTabSz="914388" rtl="0" eaLnBrk="1" latinLnBrk="0" hangingPunct="1">
        <a:lnSpc>
          <a:spcPct val="90000"/>
        </a:lnSpc>
        <a:spcBef>
          <a:spcPts val="500"/>
        </a:spcBef>
        <a:buFont typeface="+mj-lt"/>
        <a:buAutoNum type="arabicPeriod"/>
        <a:tabLst/>
        <a:defRPr sz="2000" kern="1200">
          <a:solidFill>
            <a:schemeClr val="tx1"/>
          </a:solidFill>
          <a:latin typeface="+mn-lt"/>
          <a:ea typeface="+mn-ea"/>
          <a:cs typeface="+mn-cs"/>
        </a:defRPr>
      </a:lvl3pPr>
      <a:lvl4pPr marL="1177911" indent="-457195" algn="l" defTabSz="914388" rtl="0" eaLnBrk="1" latinLnBrk="0" hangingPunct="1">
        <a:lnSpc>
          <a:spcPct val="90000"/>
        </a:lnSpc>
        <a:spcBef>
          <a:spcPts val="500"/>
        </a:spcBef>
        <a:buFont typeface="+mj-lt"/>
        <a:buAutoNum type="arabicPeriod"/>
        <a:tabLst/>
        <a:defRPr sz="2000" kern="1200">
          <a:solidFill>
            <a:schemeClr val="tx1"/>
          </a:solidFill>
          <a:latin typeface="+mn-lt"/>
          <a:ea typeface="+mn-ea"/>
          <a:cs typeface="+mn-cs"/>
        </a:defRPr>
      </a:lvl4pPr>
      <a:lvl5pPr marL="1177911" indent="-457195" algn="l" defTabSz="914388" rtl="0" eaLnBrk="1" latinLnBrk="0" hangingPunct="1">
        <a:lnSpc>
          <a:spcPct val="90000"/>
        </a:lnSpc>
        <a:spcBef>
          <a:spcPts val="500"/>
        </a:spcBef>
        <a:buFont typeface="+mj-lt"/>
        <a:buAutoNum type="arabicPeriod"/>
        <a:tabLst/>
        <a:defRPr sz="2000" kern="1200">
          <a:solidFill>
            <a:schemeClr val="tx1"/>
          </a:solidFill>
          <a:latin typeface="+mn-lt"/>
          <a:ea typeface="+mn-ea"/>
          <a:cs typeface="+mn-cs"/>
        </a:defRPr>
      </a:lvl5pPr>
      <a:lvl6pPr marL="2514569"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764"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958"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152"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88" rtl="0" eaLnBrk="1" latinLnBrk="0" hangingPunct="1">
        <a:defRPr sz="1801" kern="1200">
          <a:solidFill>
            <a:schemeClr val="tx1"/>
          </a:solidFill>
          <a:latin typeface="+mn-lt"/>
          <a:ea typeface="+mn-ea"/>
          <a:cs typeface="+mn-cs"/>
        </a:defRPr>
      </a:lvl1pPr>
      <a:lvl2pPr marL="457195" algn="l" defTabSz="914388" rtl="0" eaLnBrk="1" latinLnBrk="0" hangingPunct="1">
        <a:defRPr sz="1801" kern="1200">
          <a:solidFill>
            <a:schemeClr val="tx1"/>
          </a:solidFill>
          <a:latin typeface="+mn-lt"/>
          <a:ea typeface="+mn-ea"/>
          <a:cs typeface="+mn-cs"/>
        </a:defRPr>
      </a:lvl2pPr>
      <a:lvl3pPr marL="914388" algn="l" defTabSz="914388" rtl="0" eaLnBrk="1" latinLnBrk="0" hangingPunct="1">
        <a:defRPr sz="1801" kern="1200">
          <a:solidFill>
            <a:schemeClr val="tx1"/>
          </a:solidFill>
          <a:latin typeface="+mn-lt"/>
          <a:ea typeface="+mn-ea"/>
          <a:cs typeface="+mn-cs"/>
        </a:defRPr>
      </a:lvl3pPr>
      <a:lvl4pPr marL="1371583" algn="l" defTabSz="914388" rtl="0" eaLnBrk="1" latinLnBrk="0" hangingPunct="1">
        <a:defRPr sz="1801" kern="1200">
          <a:solidFill>
            <a:schemeClr val="tx1"/>
          </a:solidFill>
          <a:latin typeface="+mn-lt"/>
          <a:ea typeface="+mn-ea"/>
          <a:cs typeface="+mn-cs"/>
        </a:defRPr>
      </a:lvl4pPr>
      <a:lvl5pPr marL="1828777" algn="l" defTabSz="914388" rtl="0" eaLnBrk="1" latinLnBrk="0" hangingPunct="1">
        <a:defRPr sz="1801" kern="1200">
          <a:solidFill>
            <a:schemeClr val="tx1"/>
          </a:solidFill>
          <a:latin typeface="+mn-lt"/>
          <a:ea typeface="+mn-ea"/>
          <a:cs typeface="+mn-cs"/>
        </a:defRPr>
      </a:lvl5pPr>
      <a:lvl6pPr marL="2285972" algn="l" defTabSz="914388" rtl="0" eaLnBrk="1" latinLnBrk="0" hangingPunct="1">
        <a:defRPr sz="1801" kern="1200">
          <a:solidFill>
            <a:schemeClr val="tx1"/>
          </a:solidFill>
          <a:latin typeface="+mn-lt"/>
          <a:ea typeface="+mn-ea"/>
          <a:cs typeface="+mn-cs"/>
        </a:defRPr>
      </a:lvl6pPr>
      <a:lvl7pPr marL="2743166" algn="l" defTabSz="914388" rtl="0" eaLnBrk="1" latinLnBrk="0" hangingPunct="1">
        <a:defRPr sz="1801" kern="1200">
          <a:solidFill>
            <a:schemeClr val="tx1"/>
          </a:solidFill>
          <a:latin typeface="+mn-lt"/>
          <a:ea typeface="+mn-ea"/>
          <a:cs typeface="+mn-cs"/>
        </a:defRPr>
      </a:lvl7pPr>
      <a:lvl8pPr marL="3200360" algn="l" defTabSz="914388" rtl="0" eaLnBrk="1" latinLnBrk="0" hangingPunct="1">
        <a:defRPr sz="1801" kern="1200">
          <a:solidFill>
            <a:schemeClr val="tx1"/>
          </a:solidFill>
          <a:latin typeface="+mn-lt"/>
          <a:ea typeface="+mn-ea"/>
          <a:cs typeface="+mn-cs"/>
        </a:defRPr>
      </a:lvl8pPr>
      <a:lvl9pPr marL="3657555" algn="l" defTabSz="914388"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97" userDrawn="1">
          <p15:clr>
            <a:srgbClr val="9FCC3B"/>
          </p15:clr>
        </p15:guide>
        <p15:guide id="2" pos="2880" userDrawn="1">
          <p15:clr>
            <a:srgbClr val="F26B43"/>
          </p15:clr>
        </p15:guide>
        <p15:guide id="3" pos="2319" userDrawn="1">
          <p15:clr>
            <a:srgbClr val="A4A3A4"/>
          </p15:clr>
        </p15:guide>
        <p15:guide id="4" pos="1757" userDrawn="1">
          <p15:clr>
            <a:srgbClr val="A4A3A4"/>
          </p15:clr>
        </p15:guide>
        <p15:guide id="5" pos="1179" userDrawn="1">
          <p15:clr>
            <a:srgbClr val="A4A3A4"/>
          </p15:clr>
        </p15:guide>
        <p15:guide id="6" pos="635" userDrawn="1">
          <p15:clr>
            <a:srgbClr val="A4A3A4"/>
          </p15:clr>
        </p15:guide>
        <p15:guide id="7" pos="74" userDrawn="1">
          <p15:clr>
            <a:srgbClr val="A4A3A4"/>
          </p15:clr>
        </p15:guide>
        <p15:guide id="8" pos="3441" userDrawn="1">
          <p15:clr>
            <a:srgbClr val="A4A3A4"/>
          </p15:clr>
        </p15:guide>
        <p15:guide id="9" pos="4003" userDrawn="1">
          <p15:clr>
            <a:srgbClr val="A4A3A4"/>
          </p15:clr>
        </p15:guide>
        <p15:guide id="10" pos="4564" userDrawn="1">
          <p15:clr>
            <a:srgbClr val="A4A3A4"/>
          </p15:clr>
        </p15:guide>
        <p15:guide id="11" pos="5126" userDrawn="1">
          <p15:clr>
            <a:srgbClr val="A4A3A4"/>
          </p15:clr>
        </p15:guide>
        <p15:guide id="12" pos="5687" userDrawn="1">
          <p15:clr>
            <a:srgbClr val="9FCC3B"/>
          </p15:clr>
        </p15:guide>
        <p15:guide id="13" orient="horz" pos="2568" userDrawn="1">
          <p15:clr>
            <a:srgbClr val="A4A3A4"/>
          </p15:clr>
        </p15:guide>
        <p15:guide id="14" orient="horz" pos="2976" userDrawn="1">
          <p15:clr>
            <a:srgbClr val="A4A3A4"/>
          </p15:clr>
        </p15:guide>
        <p15:guide id="15" orient="horz" pos="3385" userDrawn="1">
          <p15:clr>
            <a:srgbClr val="A4A3A4"/>
          </p15:clr>
        </p15:guide>
        <p15:guide id="16" orient="horz" pos="3589" userDrawn="1">
          <p15:clr>
            <a:srgbClr val="5ACBF0"/>
          </p15:clr>
        </p15:guide>
        <p15:guide id="17" orient="horz" pos="4201" userDrawn="1">
          <p15:clr>
            <a:srgbClr val="A4A3A4"/>
          </p15:clr>
        </p15:guide>
        <p15:guide id="18" orient="horz" pos="1797" userDrawn="1">
          <p15:clr>
            <a:srgbClr val="A4A3A4"/>
          </p15:clr>
        </p15:guide>
        <p15:guide id="19" orient="horz" pos="1344" userDrawn="1">
          <p15:clr>
            <a:srgbClr val="A4A3A4"/>
          </p15:clr>
        </p15:guide>
        <p15:guide id="20" orient="horz" pos="935" userDrawn="1">
          <p15:clr>
            <a:srgbClr val="A4A3A4"/>
          </p15:clr>
        </p15:guide>
        <p15:guide id="21" orient="horz" pos="527" userDrawn="1">
          <p15:clr>
            <a:srgbClr val="A4A3A4"/>
          </p15:clr>
        </p15:guide>
        <p15:guide id="22" orient="horz" pos="96" userDrawn="1">
          <p15:clr>
            <a:srgbClr val="A4A3A4"/>
          </p15:clr>
        </p15:guide>
        <p15:guide id="23" orient="horz" pos="1162" userDrawn="1">
          <p15:clr>
            <a:srgbClr val="9FCC3B"/>
          </p15:clr>
        </p15:guide>
        <p15:guide id="24" pos="363" userDrawn="1">
          <p15:clr>
            <a:srgbClr val="5ACBF0"/>
          </p15:clr>
        </p15:guide>
        <p15:guide id="25" pos="5397" userDrawn="1">
          <p15:clr>
            <a:srgbClr val="5ACBF0"/>
          </p15:clr>
        </p15:guide>
        <p15:guide id="26" orient="horz" pos="2260" userDrawn="1">
          <p15:clr>
            <a:srgbClr val="F26B43"/>
          </p15:clr>
        </p15:guide>
        <p15:guide id="27" orient="horz" pos="4097" userDrawn="1">
          <p15:clr>
            <a:srgbClr val="F26B43"/>
          </p15:clr>
        </p15:guide>
        <p15:guide id="28" pos="498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7EFE0901-FDF8-5044-AFA8-639DDFC4CBBA}"/>
              </a:ext>
            </a:extLst>
          </p:cNvPr>
          <p:cNvSpPr>
            <a:spLocks noGrp="1"/>
          </p:cNvSpPr>
          <p:nvPr>
            <p:ph type="body" idx="1"/>
          </p:nvPr>
        </p:nvSpPr>
        <p:spPr>
          <a:xfrm>
            <a:off x="575074" y="1845389"/>
            <a:ext cx="7993856" cy="3852150"/>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969963996"/>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90" r:id="rId34"/>
    <p:sldLayoutId id="2147483691" r:id="rId35"/>
    <p:sldLayoutId id="2147483692" r:id="rId36"/>
    <p:sldLayoutId id="2147483693" r:id="rId37"/>
    <p:sldLayoutId id="2147483694" r:id="rId38"/>
    <p:sldLayoutId id="2147483695" r:id="rId39"/>
    <p:sldLayoutId id="2147483696" r:id="rId40"/>
    <p:sldLayoutId id="2147483697" r:id="rId41"/>
    <p:sldLayoutId id="2147483698" r:id="rId42"/>
  </p:sldLayoutIdLst>
  <p:hf hdr="0" ftr="0"/>
  <p:txStyles>
    <p:titleStyle>
      <a:lvl1pPr algn="l" defTabSz="914388" rtl="0" eaLnBrk="1" latinLnBrk="0" hangingPunct="1">
        <a:lnSpc>
          <a:spcPts val="2800"/>
        </a:lnSpc>
        <a:spcBef>
          <a:spcPct val="0"/>
        </a:spcBef>
        <a:buNone/>
        <a:defRPr sz="2800" kern="1200">
          <a:solidFill>
            <a:schemeClr val="tx2"/>
          </a:solidFill>
          <a:latin typeface="+mn-lt"/>
          <a:ea typeface="+mj-ea"/>
          <a:cs typeface="+mj-cs"/>
        </a:defRPr>
      </a:lvl1pPr>
    </p:titleStyle>
    <p:bodyStyle>
      <a:lvl1pPr marL="228598" indent="-228598" algn="l" defTabSz="914388" rtl="0" eaLnBrk="1" latinLnBrk="0" hangingPunct="1">
        <a:lnSpc>
          <a:spcPct val="90000"/>
        </a:lnSpc>
        <a:spcBef>
          <a:spcPts val="1001"/>
        </a:spcBef>
        <a:buClr>
          <a:schemeClr val="accent1"/>
        </a:buClr>
        <a:buSzPct val="100000"/>
        <a:buFont typeface="Arial" panose="020B0604020202020204" pitchFamily="34" charset="0"/>
        <a:buChar char="•"/>
        <a:tabLst/>
        <a:defRPr sz="2400" kern="1200">
          <a:solidFill>
            <a:schemeClr val="tx1"/>
          </a:solidFill>
          <a:latin typeface="+mn-lt"/>
          <a:ea typeface="+mn-ea"/>
          <a:cs typeface="+mn-cs"/>
        </a:defRPr>
      </a:lvl1pPr>
      <a:lvl2pPr marL="495294" indent="-225424" algn="l" defTabSz="914388" rtl="0" eaLnBrk="1" latinLnBrk="0" hangingPunct="1">
        <a:lnSpc>
          <a:spcPct val="90000"/>
        </a:lnSpc>
        <a:spcBef>
          <a:spcPts val="500"/>
        </a:spcBef>
        <a:buClr>
          <a:schemeClr val="tx1"/>
        </a:buClr>
        <a:buSzPct val="100000"/>
        <a:buFont typeface="Symbol" pitchFamily="2" charset="2"/>
        <a:buChar char="-"/>
        <a:tabLst/>
        <a:defRPr sz="2400" kern="1200">
          <a:solidFill>
            <a:schemeClr val="tx1"/>
          </a:solidFill>
          <a:latin typeface="+mn-lt"/>
          <a:ea typeface="+mn-ea"/>
          <a:cs typeface="+mn-cs"/>
        </a:defRPr>
      </a:lvl2pPr>
      <a:lvl3pPr marL="490533" indent="222248" algn="l" defTabSz="914388" rtl="0" eaLnBrk="1" latinLnBrk="0" hangingPunct="1">
        <a:lnSpc>
          <a:spcPct val="90000"/>
        </a:lnSpc>
        <a:spcBef>
          <a:spcPts val="500"/>
        </a:spcBef>
        <a:buFont typeface="Symbol" pitchFamily="2" charset="2"/>
        <a:buChar char="-"/>
        <a:tabLst/>
        <a:defRPr sz="2000" kern="1200">
          <a:solidFill>
            <a:schemeClr val="tx1"/>
          </a:solidFill>
          <a:latin typeface="+mn-lt"/>
          <a:ea typeface="+mn-ea"/>
          <a:cs typeface="+mn-cs"/>
        </a:defRPr>
      </a:lvl3pPr>
      <a:lvl4pPr marL="933439" indent="-212723" algn="l" defTabSz="914388" rtl="0" eaLnBrk="1" latinLnBrk="0" hangingPunct="1">
        <a:lnSpc>
          <a:spcPct val="90000"/>
        </a:lnSpc>
        <a:spcBef>
          <a:spcPts val="500"/>
        </a:spcBef>
        <a:buFont typeface="Symbol" pitchFamily="2" charset="2"/>
        <a:buChar char="-"/>
        <a:tabLst/>
        <a:defRPr sz="1801" kern="1200">
          <a:solidFill>
            <a:schemeClr val="tx1"/>
          </a:solidFill>
          <a:latin typeface="+mn-lt"/>
          <a:ea typeface="+mn-ea"/>
          <a:cs typeface="+mn-cs"/>
        </a:defRPr>
      </a:lvl4pPr>
      <a:lvl5pPr marL="933439" indent="-212723" algn="l" defTabSz="914388" rtl="0" eaLnBrk="1" latinLnBrk="0" hangingPunct="1">
        <a:lnSpc>
          <a:spcPct val="90000"/>
        </a:lnSpc>
        <a:spcBef>
          <a:spcPts val="500"/>
        </a:spcBef>
        <a:buFont typeface="Symbol" pitchFamily="2" charset="2"/>
        <a:buChar char="-"/>
        <a:tabLst/>
        <a:defRPr sz="1801" kern="1200">
          <a:solidFill>
            <a:schemeClr val="tx1"/>
          </a:solidFill>
          <a:latin typeface="+mn-lt"/>
          <a:ea typeface="+mn-ea"/>
          <a:cs typeface="+mn-cs"/>
        </a:defRPr>
      </a:lvl5pPr>
      <a:lvl6pPr marL="2514569"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764"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958"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152"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88" rtl="0" eaLnBrk="1" latinLnBrk="0" hangingPunct="1">
        <a:defRPr sz="1801" kern="1200">
          <a:solidFill>
            <a:schemeClr val="tx1"/>
          </a:solidFill>
          <a:latin typeface="+mn-lt"/>
          <a:ea typeface="+mn-ea"/>
          <a:cs typeface="+mn-cs"/>
        </a:defRPr>
      </a:lvl1pPr>
      <a:lvl2pPr marL="457195" algn="l" defTabSz="914388" rtl="0" eaLnBrk="1" latinLnBrk="0" hangingPunct="1">
        <a:defRPr sz="1801" kern="1200">
          <a:solidFill>
            <a:schemeClr val="tx1"/>
          </a:solidFill>
          <a:latin typeface="+mn-lt"/>
          <a:ea typeface="+mn-ea"/>
          <a:cs typeface="+mn-cs"/>
        </a:defRPr>
      </a:lvl2pPr>
      <a:lvl3pPr marL="914388" algn="l" defTabSz="914388" rtl="0" eaLnBrk="1" latinLnBrk="0" hangingPunct="1">
        <a:defRPr sz="1801" kern="1200">
          <a:solidFill>
            <a:schemeClr val="tx1"/>
          </a:solidFill>
          <a:latin typeface="+mn-lt"/>
          <a:ea typeface="+mn-ea"/>
          <a:cs typeface="+mn-cs"/>
        </a:defRPr>
      </a:lvl3pPr>
      <a:lvl4pPr marL="1371583" algn="l" defTabSz="914388" rtl="0" eaLnBrk="1" latinLnBrk="0" hangingPunct="1">
        <a:defRPr sz="1801" kern="1200">
          <a:solidFill>
            <a:schemeClr val="tx1"/>
          </a:solidFill>
          <a:latin typeface="+mn-lt"/>
          <a:ea typeface="+mn-ea"/>
          <a:cs typeface="+mn-cs"/>
        </a:defRPr>
      </a:lvl4pPr>
      <a:lvl5pPr marL="1828777" algn="l" defTabSz="914388" rtl="0" eaLnBrk="1" latinLnBrk="0" hangingPunct="1">
        <a:defRPr sz="1801" kern="1200">
          <a:solidFill>
            <a:schemeClr val="tx1"/>
          </a:solidFill>
          <a:latin typeface="+mn-lt"/>
          <a:ea typeface="+mn-ea"/>
          <a:cs typeface="+mn-cs"/>
        </a:defRPr>
      </a:lvl5pPr>
      <a:lvl6pPr marL="2285972" algn="l" defTabSz="914388" rtl="0" eaLnBrk="1" latinLnBrk="0" hangingPunct="1">
        <a:defRPr sz="1801" kern="1200">
          <a:solidFill>
            <a:schemeClr val="tx1"/>
          </a:solidFill>
          <a:latin typeface="+mn-lt"/>
          <a:ea typeface="+mn-ea"/>
          <a:cs typeface="+mn-cs"/>
        </a:defRPr>
      </a:lvl6pPr>
      <a:lvl7pPr marL="2743166" algn="l" defTabSz="914388" rtl="0" eaLnBrk="1" latinLnBrk="0" hangingPunct="1">
        <a:defRPr sz="1801" kern="1200">
          <a:solidFill>
            <a:schemeClr val="tx1"/>
          </a:solidFill>
          <a:latin typeface="+mn-lt"/>
          <a:ea typeface="+mn-ea"/>
          <a:cs typeface="+mn-cs"/>
        </a:defRPr>
      </a:lvl7pPr>
      <a:lvl8pPr marL="3200360" algn="l" defTabSz="914388" rtl="0" eaLnBrk="1" latinLnBrk="0" hangingPunct="1">
        <a:defRPr sz="1801" kern="1200">
          <a:solidFill>
            <a:schemeClr val="tx1"/>
          </a:solidFill>
          <a:latin typeface="+mn-lt"/>
          <a:ea typeface="+mn-ea"/>
          <a:cs typeface="+mn-cs"/>
        </a:defRPr>
      </a:lvl8pPr>
      <a:lvl9pPr marL="3657555" algn="l" defTabSz="914388"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97" userDrawn="1">
          <p15:clr>
            <a:srgbClr val="F26B43"/>
          </p15:clr>
        </p15:guide>
        <p15:guide id="2" pos="2880" userDrawn="1">
          <p15:clr>
            <a:srgbClr val="F26B43"/>
          </p15:clr>
        </p15:guide>
        <p15:guide id="3" pos="2319" userDrawn="1">
          <p15:clr>
            <a:srgbClr val="A4A3A4"/>
          </p15:clr>
        </p15:guide>
        <p15:guide id="4" pos="1757" userDrawn="1">
          <p15:clr>
            <a:srgbClr val="A4A3A4"/>
          </p15:clr>
        </p15:guide>
        <p15:guide id="5" pos="1179" userDrawn="1">
          <p15:clr>
            <a:srgbClr val="A4A3A4"/>
          </p15:clr>
        </p15:guide>
        <p15:guide id="6" pos="635" userDrawn="1">
          <p15:clr>
            <a:srgbClr val="A4A3A4"/>
          </p15:clr>
        </p15:guide>
        <p15:guide id="7" pos="74" userDrawn="1">
          <p15:clr>
            <a:srgbClr val="A4A3A4"/>
          </p15:clr>
        </p15:guide>
        <p15:guide id="8" pos="3441" userDrawn="1">
          <p15:clr>
            <a:srgbClr val="A4A3A4"/>
          </p15:clr>
        </p15:guide>
        <p15:guide id="9" pos="4003" userDrawn="1">
          <p15:clr>
            <a:srgbClr val="A4A3A4"/>
          </p15:clr>
        </p15:guide>
        <p15:guide id="10" pos="4564" userDrawn="1">
          <p15:clr>
            <a:srgbClr val="9FCC3B"/>
          </p15:clr>
        </p15:guide>
        <p15:guide id="11" pos="5126" userDrawn="1">
          <p15:clr>
            <a:srgbClr val="A4A3A4"/>
          </p15:clr>
        </p15:guide>
        <p15:guide id="12" pos="5687" userDrawn="1">
          <p15:clr>
            <a:srgbClr val="A4A3A4"/>
          </p15:clr>
        </p15:guide>
        <p15:guide id="13" orient="horz" pos="2568" userDrawn="1">
          <p15:clr>
            <a:srgbClr val="A4A3A4"/>
          </p15:clr>
        </p15:guide>
        <p15:guide id="14" orient="horz" pos="2976" userDrawn="1">
          <p15:clr>
            <a:srgbClr val="A4A3A4"/>
          </p15:clr>
        </p15:guide>
        <p15:guide id="15" orient="horz" pos="3385" userDrawn="1">
          <p15:clr>
            <a:srgbClr val="A4A3A4"/>
          </p15:clr>
        </p15:guide>
        <p15:guide id="16" orient="horz" pos="3589" userDrawn="1">
          <p15:clr>
            <a:srgbClr val="5ACBF0"/>
          </p15:clr>
        </p15:guide>
        <p15:guide id="17" orient="horz" pos="4201" userDrawn="1">
          <p15:clr>
            <a:srgbClr val="9FCC3B"/>
          </p15:clr>
        </p15:guide>
        <p15:guide id="18" orient="horz" pos="1774" userDrawn="1">
          <p15:clr>
            <a:srgbClr val="A4A3A4"/>
          </p15:clr>
        </p15:guide>
        <p15:guide id="19" orient="horz" pos="1344" userDrawn="1">
          <p15:clr>
            <a:srgbClr val="A4A3A4"/>
          </p15:clr>
        </p15:guide>
        <p15:guide id="20" orient="horz" pos="935" userDrawn="1">
          <p15:clr>
            <a:srgbClr val="A4A3A4"/>
          </p15:clr>
        </p15:guide>
        <p15:guide id="21" orient="horz" pos="527" userDrawn="1">
          <p15:clr>
            <a:srgbClr val="A4A3A4"/>
          </p15:clr>
        </p15:guide>
        <p15:guide id="22" orient="horz" pos="96" userDrawn="1">
          <p15:clr>
            <a:srgbClr val="A4A3A4"/>
          </p15:clr>
        </p15:guide>
        <p15:guide id="23" orient="horz" pos="1162" userDrawn="1">
          <p15:clr>
            <a:srgbClr val="5ACBF0"/>
          </p15:clr>
        </p15:guide>
        <p15:guide id="24" pos="363" userDrawn="1">
          <p15:clr>
            <a:srgbClr val="5ACBF0"/>
          </p15:clr>
        </p15:guide>
        <p15:guide id="25" pos="5397" userDrawn="1">
          <p15:clr>
            <a:srgbClr val="5ACBF0"/>
          </p15:clr>
        </p15:guide>
        <p15:guide id="26" orient="horz" pos="300" userDrawn="1">
          <p15:clr>
            <a:srgbClr val="A4A3A4"/>
          </p15:clr>
        </p15:guide>
        <p15:guide id="27" orient="horz" pos="4088" userDrawn="1">
          <p15:clr>
            <a:srgbClr val="F26B43"/>
          </p15:clr>
        </p15:guide>
        <p15:guide id="28" orient="horz" pos="2160" userDrawn="1">
          <p15:clr>
            <a:srgbClr val="F26B43"/>
          </p15:clr>
        </p15:guide>
        <p15:guide id="29" orient="horz" pos="3816"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19.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19" Type="http://schemas.openxmlformats.org/officeDocument/2006/relationships/image" Target="../media/image2.sv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1.xml"/><Relationship Id="rId16" Type="http://schemas.openxmlformats.org/officeDocument/2006/relationships/image" Target="../media/image24.svg"/><Relationship Id="rId1" Type="http://schemas.openxmlformats.org/officeDocument/2006/relationships/slideLayout" Target="../slideLayouts/slideLayout19.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2.svg"/><Relationship Id="rId4" Type="http://schemas.openxmlformats.org/officeDocument/2006/relationships/image" Target="../media/image12.svg"/><Relationship Id="rId9" Type="http://schemas.openxmlformats.org/officeDocument/2006/relationships/image" Target="../media/image1.png"/><Relationship Id="rId14" Type="http://schemas.openxmlformats.org/officeDocument/2006/relationships/image" Target="../media/image22.sv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19.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19" Type="http://schemas.openxmlformats.org/officeDocument/2006/relationships/image" Target="../media/image2.sv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4.sv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14.svg"/><Relationship Id="rId11" Type="http://schemas.openxmlformats.org/officeDocument/2006/relationships/image" Target="../media/image23.png"/><Relationship Id="rId5" Type="http://schemas.openxmlformats.org/officeDocument/2006/relationships/image" Target="../media/image13.png"/><Relationship Id="rId10" Type="http://schemas.openxmlformats.org/officeDocument/2006/relationships/image" Target="../media/image20.svg"/><Relationship Id="rId4" Type="http://schemas.openxmlformats.org/officeDocument/2006/relationships/image" Target="../media/image12.sv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4.svg"/><Relationship Id="rId11" Type="http://schemas.openxmlformats.org/officeDocument/2006/relationships/image" Target="../media/image23.png"/><Relationship Id="rId5" Type="http://schemas.openxmlformats.org/officeDocument/2006/relationships/image" Target="../media/image13.png"/><Relationship Id="rId10" Type="http://schemas.openxmlformats.org/officeDocument/2006/relationships/image" Target="../media/image20.svg"/><Relationship Id="rId4" Type="http://schemas.openxmlformats.org/officeDocument/2006/relationships/image" Target="../media/image12.sv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3" Type="http://schemas.openxmlformats.org/officeDocument/2006/relationships/image" Target="../media/image30.svg"/><Relationship Id="rId18" Type="http://schemas.openxmlformats.org/officeDocument/2006/relationships/image" Target="../media/image33.png"/><Relationship Id="rId26" Type="http://schemas.openxmlformats.org/officeDocument/2006/relationships/image" Target="../media/image39.png"/><Relationship Id="rId3" Type="http://schemas.openxmlformats.org/officeDocument/2006/relationships/image" Target="../media/image18.svg"/><Relationship Id="rId21" Type="http://schemas.openxmlformats.org/officeDocument/2006/relationships/image" Target="../media/image36.svg"/><Relationship Id="rId34" Type="http://schemas.openxmlformats.org/officeDocument/2006/relationships/image" Target="../media/image43.png"/><Relationship Id="rId7" Type="http://schemas.openxmlformats.org/officeDocument/2006/relationships/image" Target="../media/image26.svg"/><Relationship Id="rId12" Type="http://schemas.openxmlformats.org/officeDocument/2006/relationships/image" Target="../media/image29.png"/><Relationship Id="rId17" Type="http://schemas.openxmlformats.org/officeDocument/2006/relationships/image" Target="../media/image32.svg"/><Relationship Id="rId25" Type="http://schemas.openxmlformats.org/officeDocument/2006/relationships/image" Target="../media/image10.svg"/><Relationship Id="rId33" Type="http://schemas.openxmlformats.org/officeDocument/2006/relationships/image" Target="../media/image42.svg"/><Relationship Id="rId2" Type="http://schemas.openxmlformats.org/officeDocument/2006/relationships/image" Target="../media/image17.png"/><Relationship Id="rId16" Type="http://schemas.openxmlformats.org/officeDocument/2006/relationships/image" Target="../media/image31.png"/><Relationship Id="rId20" Type="http://schemas.openxmlformats.org/officeDocument/2006/relationships/image" Target="../media/image35.png"/><Relationship Id="rId29" Type="http://schemas.openxmlformats.org/officeDocument/2006/relationships/image" Target="../media/image8.svg"/><Relationship Id="rId1" Type="http://schemas.openxmlformats.org/officeDocument/2006/relationships/slideLayout" Target="../slideLayouts/slideLayout19.xml"/><Relationship Id="rId6" Type="http://schemas.openxmlformats.org/officeDocument/2006/relationships/image" Target="../media/image25.png"/><Relationship Id="rId11" Type="http://schemas.openxmlformats.org/officeDocument/2006/relationships/image" Target="../media/image6.svg"/><Relationship Id="rId24" Type="http://schemas.openxmlformats.org/officeDocument/2006/relationships/image" Target="../media/image9.png"/><Relationship Id="rId32" Type="http://schemas.openxmlformats.org/officeDocument/2006/relationships/image" Target="../media/image41.png"/><Relationship Id="rId5" Type="http://schemas.openxmlformats.org/officeDocument/2006/relationships/image" Target="../media/image2.svg"/><Relationship Id="rId15" Type="http://schemas.openxmlformats.org/officeDocument/2006/relationships/image" Target="../media/image4.svg"/><Relationship Id="rId23" Type="http://schemas.openxmlformats.org/officeDocument/2006/relationships/image" Target="../media/image38.svg"/><Relationship Id="rId28" Type="http://schemas.openxmlformats.org/officeDocument/2006/relationships/image" Target="../media/image7.png"/><Relationship Id="rId10" Type="http://schemas.openxmlformats.org/officeDocument/2006/relationships/image" Target="../media/image5.png"/><Relationship Id="rId19" Type="http://schemas.openxmlformats.org/officeDocument/2006/relationships/image" Target="../media/image34.svg"/><Relationship Id="rId31" Type="http://schemas.openxmlformats.org/officeDocument/2006/relationships/image" Target="../media/image14.svg"/><Relationship Id="rId4" Type="http://schemas.openxmlformats.org/officeDocument/2006/relationships/image" Target="../media/image1.png"/><Relationship Id="rId9" Type="http://schemas.openxmlformats.org/officeDocument/2006/relationships/image" Target="../media/image28.svg"/><Relationship Id="rId14" Type="http://schemas.openxmlformats.org/officeDocument/2006/relationships/image" Target="../media/image3.png"/><Relationship Id="rId22" Type="http://schemas.openxmlformats.org/officeDocument/2006/relationships/image" Target="../media/image37.png"/><Relationship Id="rId27" Type="http://schemas.openxmlformats.org/officeDocument/2006/relationships/image" Target="../media/image40.svg"/><Relationship Id="rId30" Type="http://schemas.openxmlformats.org/officeDocument/2006/relationships/image" Target="../media/image13.png"/><Relationship Id="rId35" Type="http://schemas.openxmlformats.org/officeDocument/2006/relationships/image" Target="../media/image44.svg"/><Relationship Id="rId8"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svg"/><Relationship Id="rId7" Type="http://schemas.openxmlformats.org/officeDocument/2006/relationships/image" Target="../media/image24.svg"/><Relationship Id="rId2" Type="http://schemas.openxmlformats.org/officeDocument/2006/relationships/image" Target="../media/image3.png"/><Relationship Id="rId1" Type="http://schemas.openxmlformats.org/officeDocument/2006/relationships/slideLayout" Target="../slideLayouts/slideLayout19.xml"/><Relationship Id="rId6" Type="http://schemas.openxmlformats.org/officeDocument/2006/relationships/image" Target="../media/image2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46.svg"/></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svg"/><Relationship Id="rId7" Type="http://schemas.openxmlformats.org/officeDocument/2006/relationships/image" Target="../media/image24.svg"/><Relationship Id="rId2" Type="http://schemas.openxmlformats.org/officeDocument/2006/relationships/image" Target="../media/image3.png"/><Relationship Id="rId1" Type="http://schemas.openxmlformats.org/officeDocument/2006/relationships/slideLayout" Target="../slideLayouts/slideLayout19.xml"/><Relationship Id="rId6" Type="http://schemas.openxmlformats.org/officeDocument/2006/relationships/image" Target="../media/image2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4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svg"/><Relationship Id="rId18" Type="http://schemas.openxmlformats.org/officeDocument/2006/relationships/image" Target="../media/image37.png"/><Relationship Id="rId3" Type="http://schemas.openxmlformats.org/officeDocument/2006/relationships/image" Target="../media/image26.svg"/><Relationship Id="rId21" Type="http://schemas.openxmlformats.org/officeDocument/2006/relationships/image" Target="../media/image10.svg"/><Relationship Id="rId7" Type="http://schemas.openxmlformats.org/officeDocument/2006/relationships/image" Target="../media/image6.svg"/><Relationship Id="rId12" Type="http://schemas.openxmlformats.org/officeDocument/2006/relationships/image" Target="../media/image31.png"/><Relationship Id="rId17" Type="http://schemas.openxmlformats.org/officeDocument/2006/relationships/image" Target="../media/image36.svg"/><Relationship Id="rId25" Type="http://schemas.openxmlformats.org/officeDocument/2006/relationships/image" Target="../media/image8.svg"/><Relationship Id="rId2" Type="http://schemas.openxmlformats.org/officeDocument/2006/relationships/image" Target="../media/image25.png"/><Relationship Id="rId16" Type="http://schemas.openxmlformats.org/officeDocument/2006/relationships/image" Target="../media/image35.png"/><Relationship Id="rId20"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4.svg"/><Relationship Id="rId24" Type="http://schemas.openxmlformats.org/officeDocument/2006/relationships/image" Target="../media/image7.png"/><Relationship Id="rId5" Type="http://schemas.openxmlformats.org/officeDocument/2006/relationships/image" Target="../media/image28.svg"/><Relationship Id="rId15" Type="http://schemas.openxmlformats.org/officeDocument/2006/relationships/image" Target="../media/image34.svg"/><Relationship Id="rId23" Type="http://schemas.openxmlformats.org/officeDocument/2006/relationships/image" Target="../media/image40.svg"/><Relationship Id="rId10" Type="http://schemas.openxmlformats.org/officeDocument/2006/relationships/image" Target="../media/image3.png"/><Relationship Id="rId19" Type="http://schemas.openxmlformats.org/officeDocument/2006/relationships/image" Target="../media/image38.svg"/><Relationship Id="rId4" Type="http://schemas.openxmlformats.org/officeDocument/2006/relationships/image" Target="../media/image27.png"/><Relationship Id="rId9" Type="http://schemas.openxmlformats.org/officeDocument/2006/relationships/image" Target="../media/image30.svg"/><Relationship Id="rId14" Type="http://schemas.openxmlformats.org/officeDocument/2006/relationships/image" Target="../media/image33.png"/><Relationship Id="rId22"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svg"/><Relationship Id="rId18" Type="http://schemas.openxmlformats.org/officeDocument/2006/relationships/image" Target="../media/image37.png"/><Relationship Id="rId3" Type="http://schemas.openxmlformats.org/officeDocument/2006/relationships/image" Target="../media/image26.svg"/><Relationship Id="rId21" Type="http://schemas.openxmlformats.org/officeDocument/2006/relationships/image" Target="../media/image10.svg"/><Relationship Id="rId7" Type="http://schemas.openxmlformats.org/officeDocument/2006/relationships/image" Target="../media/image6.svg"/><Relationship Id="rId12" Type="http://schemas.openxmlformats.org/officeDocument/2006/relationships/image" Target="../media/image31.png"/><Relationship Id="rId17" Type="http://schemas.openxmlformats.org/officeDocument/2006/relationships/image" Target="../media/image36.svg"/><Relationship Id="rId25" Type="http://schemas.openxmlformats.org/officeDocument/2006/relationships/image" Target="../media/image8.svg"/><Relationship Id="rId2" Type="http://schemas.openxmlformats.org/officeDocument/2006/relationships/image" Target="../media/image25.png"/><Relationship Id="rId16" Type="http://schemas.openxmlformats.org/officeDocument/2006/relationships/image" Target="../media/image35.png"/><Relationship Id="rId20"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4.svg"/><Relationship Id="rId24" Type="http://schemas.openxmlformats.org/officeDocument/2006/relationships/image" Target="../media/image7.png"/><Relationship Id="rId5" Type="http://schemas.openxmlformats.org/officeDocument/2006/relationships/image" Target="../media/image28.svg"/><Relationship Id="rId15" Type="http://schemas.openxmlformats.org/officeDocument/2006/relationships/image" Target="../media/image34.svg"/><Relationship Id="rId23" Type="http://schemas.openxmlformats.org/officeDocument/2006/relationships/image" Target="../media/image40.svg"/><Relationship Id="rId10" Type="http://schemas.openxmlformats.org/officeDocument/2006/relationships/image" Target="../media/image3.png"/><Relationship Id="rId19" Type="http://schemas.openxmlformats.org/officeDocument/2006/relationships/image" Target="../media/image38.svg"/><Relationship Id="rId4" Type="http://schemas.openxmlformats.org/officeDocument/2006/relationships/image" Target="../media/image27.png"/><Relationship Id="rId9" Type="http://schemas.openxmlformats.org/officeDocument/2006/relationships/image" Target="../media/image30.svg"/><Relationship Id="rId14" Type="http://schemas.openxmlformats.org/officeDocument/2006/relationships/image" Target="../media/image33.png"/><Relationship Id="rId22"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3" name="Textplatzhalter 4">
            <a:extLst>
              <a:ext uri="{FF2B5EF4-FFF2-40B4-BE49-F238E27FC236}">
                <a16:creationId xmlns:a16="http://schemas.microsoft.com/office/drawing/2014/main" id="{FB585FFF-8C30-0F03-E1C0-B900F1BE262D}"/>
              </a:ext>
            </a:extLst>
          </p:cNvPr>
          <p:cNvSpPr>
            <a:spLocks noGrp="1"/>
          </p:cNvSpPr>
          <p:nvPr>
            <p:ph type="body" sz="quarter" idx="18"/>
          </p:nvPr>
        </p:nvSpPr>
        <p:spPr>
          <a:xfrm>
            <a:off x="-757235" y="3105151"/>
            <a:ext cx="10658475" cy="647700"/>
          </a:xfrm>
        </p:spPr>
        <p:txBody>
          <a:bodyPr/>
          <a:lstStyle/>
          <a:p>
            <a:pPr algn="ctr"/>
            <a:r>
              <a:rPr lang="de-DE" sz="4400" b="1">
                <a:solidFill>
                  <a:schemeClr val="bg2">
                    <a:lumMod val="75000"/>
                  </a:schemeClr>
                </a:solidFill>
              </a:rPr>
              <a:t>Ausgaben Raumebene</a:t>
            </a:r>
          </a:p>
        </p:txBody>
      </p:sp>
    </p:spTree>
    <p:extLst>
      <p:ext uri="{BB962C8B-B14F-4D97-AF65-F5344CB8AC3E}">
        <p14:creationId xmlns:p14="http://schemas.microsoft.com/office/powerpoint/2010/main" val="636597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cxnSp>
        <p:nvCxnSpPr>
          <p:cNvPr id="35" name="Gerader Verbinder 34">
            <a:extLst>
              <a:ext uri="{FF2B5EF4-FFF2-40B4-BE49-F238E27FC236}">
                <a16:creationId xmlns:a16="http://schemas.microsoft.com/office/drawing/2014/main" id="{9DEEF76B-9108-AB54-C156-BF23E42D685B}"/>
              </a:ext>
            </a:extLst>
          </p:cNvPr>
          <p:cNvCxnSpPr>
            <a:cxnSpLocks/>
            <a:stCxn id="5" idx="2"/>
          </p:cNvCxnSpPr>
          <p:nvPr/>
        </p:nvCxnSpPr>
        <p:spPr>
          <a:xfrm flipH="1" flipV="1">
            <a:off x="526811" y="1062329"/>
            <a:ext cx="3"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7FE6CC3B-B7F9-4AD6-7FDE-FCA7F4A59894}"/>
              </a:ext>
            </a:extLst>
          </p:cNvPr>
          <p:cNvCxnSpPr>
            <a:cxnSpLocks/>
            <a:stCxn id="3" idx="2"/>
          </p:cNvCxnSpPr>
          <p:nvPr/>
        </p:nvCxnSpPr>
        <p:spPr>
          <a:xfrm flipV="1">
            <a:off x="1329822" y="1062329"/>
            <a:ext cx="0"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3830AEB6-08FE-3130-49B6-1BACF949BDB6}"/>
              </a:ext>
            </a:extLst>
          </p:cNvPr>
          <p:cNvCxnSpPr>
            <a:cxnSpLocks/>
            <a:stCxn id="4" idx="2"/>
          </p:cNvCxnSpPr>
          <p:nvPr/>
        </p:nvCxnSpPr>
        <p:spPr>
          <a:xfrm flipV="1">
            <a:off x="2132830" y="1062329"/>
            <a:ext cx="422" cy="1007660"/>
          </a:xfrm>
          <a:prstGeom prst="line">
            <a:avLst/>
          </a:prstGeom>
          <a:ln w="1270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3072D025-3592-3C29-CCED-6659B5B4BEAA}"/>
              </a:ext>
            </a:extLst>
          </p:cNvPr>
          <p:cNvCxnSpPr>
            <a:cxnSpLocks/>
            <a:stCxn id="4" idx="0"/>
          </p:cNvCxnSpPr>
          <p:nvPr/>
        </p:nvCxnSpPr>
        <p:spPr>
          <a:xfrm flipV="1">
            <a:off x="2935838" y="1062329"/>
            <a:ext cx="1" cy="1007660"/>
          </a:xfrm>
          <a:prstGeom prst="line">
            <a:avLst/>
          </a:prstGeom>
          <a:ln w="1270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954B7321-5479-477F-3FE2-3CC8CCB636DC}"/>
              </a:ext>
            </a:extLst>
          </p:cNvPr>
          <p:cNvCxnSpPr>
            <a:cxnSpLocks/>
            <a:stCxn id="7" idx="0"/>
          </p:cNvCxnSpPr>
          <p:nvPr/>
        </p:nvCxnSpPr>
        <p:spPr>
          <a:xfrm flipH="1" flipV="1">
            <a:off x="3736581" y="1062329"/>
            <a:ext cx="2266" cy="1007660"/>
          </a:xfrm>
          <a:prstGeom prst="line">
            <a:avLst/>
          </a:prstGeom>
          <a:ln w="12700">
            <a:solidFill>
              <a:srgbClr val="00BD56"/>
            </a:solidFill>
          </a:ln>
        </p:spPr>
        <p:style>
          <a:lnRef idx="1">
            <a:schemeClr val="accent1"/>
          </a:lnRef>
          <a:fillRef idx="0">
            <a:schemeClr val="accent1"/>
          </a:fillRef>
          <a:effectRef idx="0">
            <a:schemeClr val="accent1"/>
          </a:effectRef>
          <a:fontRef idx="minor">
            <a:schemeClr val="tx1"/>
          </a:fontRef>
        </p:style>
      </p:cxnSp>
      <p:sp>
        <p:nvSpPr>
          <p:cNvPr id="25" name="Rechteck 24">
            <a:extLst>
              <a:ext uri="{FF2B5EF4-FFF2-40B4-BE49-F238E27FC236}">
                <a16:creationId xmlns:a16="http://schemas.microsoft.com/office/drawing/2014/main" id="{759780F0-29F0-1C6C-9D4A-1170F6FC478A}"/>
              </a:ext>
            </a:extLst>
          </p:cNvPr>
          <p:cNvSpPr/>
          <p:nvPr/>
        </p:nvSpPr>
        <p:spPr>
          <a:xfrm rot="5400000">
            <a:off x="2055078" y="111633"/>
            <a:ext cx="155503"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16C70834-596B-E1B0-CCB7-6521150A8F00}"/>
              </a:ext>
            </a:extLst>
          </p:cNvPr>
          <p:cNvSpPr/>
          <p:nvPr/>
        </p:nvSpPr>
        <p:spPr>
          <a:xfrm rot="5400000">
            <a:off x="2051986" y="-309599"/>
            <a:ext cx="161688"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4CBC808E-E904-90A0-4B85-5953B6AC4EE5}"/>
              </a:ext>
            </a:extLst>
          </p:cNvPr>
          <p:cNvSpPr/>
          <p:nvPr/>
        </p:nvSpPr>
        <p:spPr>
          <a:xfrm rot="5400000">
            <a:off x="847474" y="1668485"/>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22FCF2D4-BAF0-7639-8776-0BC2DBC8549C}"/>
              </a:ext>
            </a:extLst>
          </p:cNvPr>
          <p:cNvSpPr txBox="1"/>
          <p:nvPr/>
        </p:nvSpPr>
        <p:spPr>
          <a:xfrm>
            <a:off x="3013376" y="2158187"/>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3" name="Rechteck 2">
            <a:extLst>
              <a:ext uri="{FF2B5EF4-FFF2-40B4-BE49-F238E27FC236}">
                <a16:creationId xmlns:a16="http://schemas.microsoft.com/office/drawing/2014/main" id="{F9FAFFBE-B743-8673-50BD-211911B6250C}"/>
              </a:ext>
            </a:extLst>
          </p:cNvPr>
          <p:cNvSpPr/>
          <p:nvPr/>
        </p:nvSpPr>
        <p:spPr>
          <a:xfrm rot="5400000">
            <a:off x="1650482" y="1668485"/>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71A284FC-35D3-3A82-F093-E244C6DB008E}"/>
              </a:ext>
            </a:extLst>
          </p:cNvPr>
          <p:cNvSpPr/>
          <p:nvPr/>
        </p:nvSpPr>
        <p:spPr>
          <a:xfrm rot="5400000">
            <a:off x="2453490" y="1668485"/>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ACD1B26E-7828-07EC-4681-2460317D7A18}"/>
              </a:ext>
            </a:extLst>
          </p:cNvPr>
          <p:cNvSpPr/>
          <p:nvPr/>
        </p:nvSpPr>
        <p:spPr>
          <a:xfrm rot="5400000">
            <a:off x="3256499" y="1668485"/>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D4E4FE01-10A9-8EF4-B526-538C6CBD1F88}"/>
              </a:ext>
            </a:extLst>
          </p:cNvPr>
          <p:cNvSpPr txBox="1"/>
          <p:nvPr/>
        </p:nvSpPr>
        <p:spPr>
          <a:xfrm>
            <a:off x="526813" y="2158190"/>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12" name="Rechteck 11">
            <a:extLst>
              <a:ext uri="{FF2B5EF4-FFF2-40B4-BE49-F238E27FC236}">
                <a16:creationId xmlns:a16="http://schemas.microsoft.com/office/drawing/2014/main" id="{DC30B36F-ECD5-EBE6-59C0-51DF96D98808}"/>
              </a:ext>
            </a:extLst>
          </p:cNvPr>
          <p:cNvSpPr/>
          <p:nvPr/>
        </p:nvSpPr>
        <p:spPr>
          <a:xfrm rot="5400000">
            <a:off x="1510861" y="501407"/>
            <a:ext cx="314873" cy="228296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91E50144-5AA8-E381-9FBE-08F23CB7E54A}"/>
              </a:ext>
            </a:extLst>
          </p:cNvPr>
          <p:cNvSpPr txBox="1"/>
          <p:nvPr/>
        </p:nvSpPr>
        <p:spPr>
          <a:xfrm>
            <a:off x="549831" y="1542244"/>
            <a:ext cx="1650715"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15" name="Rechteck 14">
            <a:extLst>
              <a:ext uri="{FF2B5EF4-FFF2-40B4-BE49-F238E27FC236}">
                <a16:creationId xmlns:a16="http://schemas.microsoft.com/office/drawing/2014/main" id="{ADDFE235-2400-D1F9-FE87-C0ABED2A8D0D}"/>
              </a:ext>
            </a:extLst>
          </p:cNvPr>
          <p:cNvSpPr/>
          <p:nvPr/>
        </p:nvSpPr>
        <p:spPr>
          <a:xfrm rot="5400000">
            <a:off x="690582" y="898560"/>
            <a:ext cx="314873" cy="642415"/>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2E02FC80-8673-7DFE-9D76-D886A426CFFE}"/>
              </a:ext>
            </a:extLst>
          </p:cNvPr>
          <p:cNvSpPr txBox="1"/>
          <p:nvPr/>
        </p:nvSpPr>
        <p:spPr>
          <a:xfrm>
            <a:off x="549831" y="1115985"/>
            <a:ext cx="642415" cy="184666"/>
          </a:xfrm>
          <a:prstGeom prst="rect">
            <a:avLst/>
          </a:prstGeom>
          <a:noFill/>
        </p:spPr>
        <p:txBody>
          <a:bodyPr wrap="square" lIns="0" tIns="0" rIns="0" bIns="0" rtlCol="0">
            <a:spAutoFit/>
          </a:bodyPr>
          <a:lstStyle/>
          <a:p>
            <a:pPr algn="l"/>
            <a:r>
              <a:rPr lang="de-DE" sz="1200" b="1" dirty="0">
                <a:solidFill>
                  <a:schemeClr val="bg1"/>
                </a:solidFill>
              </a:rPr>
              <a:t>Aktuell</a:t>
            </a:r>
          </a:p>
        </p:txBody>
      </p:sp>
      <p:sp>
        <p:nvSpPr>
          <p:cNvPr id="27" name="Textfeld 26">
            <a:extLst>
              <a:ext uri="{FF2B5EF4-FFF2-40B4-BE49-F238E27FC236}">
                <a16:creationId xmlns:a16="http://schemas.microsoft.com/office/drawing/2014/main" id="{A972FB0A-5456-5E91-DC13-1981FE347F0F}"/>
              </a:ext>
            </a:extLst>
          </p:cNvPr>
          <p:cNvSpPr txBox="1"/>
          <p:nvPr/>
        </p:nvSpPr>
        <p:spPr>
          <a:xfrm>
            <a:off x="1848633" y="2786830"/>
            <a:ext cx="2209017" cy="892552"/>
          </a:xfrm>
          <a:prstGeom prst="rect">
            <a:avLst/>
          </a:prstGeom>
          <a:noFill/>
        </p:spPr>
        <p:txBody>
          <a:bodyPr wrap="square">
            <a:spAutoFit/>
          </a:bodyPr>
          <a:lstStyle/>
          <a:p>
            <a:pPr algn="l"/>
            <a:r>
              <a:rPr lang="de-DE" sz="2000" b="1" dirty="0">
                <a:solidFill>
                  <a:schemeClr val="bg2">
                    <a:lumMod val="50000"/>
                  </a:schemeClr>
                </a:solidFill>
              </a:rPr>
              <a:t>Sehr hohe Heizlast</a:t>
            </a:r>
          </a:p>
          <a:p>
            <a:pPr algn="l"/>
            <a:r>
              <a:rPr lang="de-DE" sz="1600" dirty="0">
                <a:solidFill>
                  <a:schemeClr val="bg2">
                    <a:lumMod val="50000"/>
                  </a:schemeClr>
                </a:solidFill>
              </a:rPr>
              <a:t>1.200 Watt </a:t>
            </a:r>
          </a:p>
          <a:p>
            <a:pPr algn="l"/>
            <a:r>
              <a:rPr lang="de-DE" sz="1600" dirty="0">
                <a:solidFill>
                  <a:schemeClr val="bg2">
                    <a:lumMod val="50000"/>
                  </a:schemeClr>
                </a:solidFill>
              </a:rPr>
              <a:t>100 W/m²</a:t>
            </a:r>
          </a:p>
        </p:txBody>
      </p:sp>
      <p:sp>
        <p:nvSpPr>
          <p:cNvPr id="6" name="Textfeld 5">
            <a:extLst>
              <a:ext uri="{FF2B5EF4-FFF2-40B4-BE49-F238E27FC236}">
                <a16:creationId xmlns:a16="http://schemas.microsoft.com/office/drawing/2014/main" id="{96B0BECE-FB89-E194-7439-A707A95DE111}"/>
              </a:ext>
            </a:extLst>
          </p:cNvPr>
          <p:cNvSpPr txBox="1"/>
          <p:nvPr/>
        </p:nvSpPr>
        <p:spPr>
          <a:xfrm>
            <a:off x="1848633" y="4551935"/>
            <a:ext cx="2209017" cy="892552"/>
          </a:xfrm>
          <a:prstGeom prst="rect">
            <a:avLst/>
          </a:prstGeom>
          <a:noFill/>
        </p:spPr>
        <p:txBody>
          <a:bodyPr wrap="square">
            <a:spAutoFit/>
          </a:bodyPr>
          <a:lstStyle/>
          <a:p>
            <a:pPr algn="l"/>
            <a:r>
              <a:rPr lang="de-DE" sz="2000" b="1" dirty="0">
                <a:solidFill>
                  <a:schemeClr val="bg2">
                    <a:lumMod val="50000"/>
                  </a:schemeClr>
                </a:solidFill>
              </a:rPr>
              <a:t>Heizkörper</a:t>
            </a:r>
          </a:p>
          <a:p>
            <a:pPr algn="l"/>
            <a:r>
              <a:rPr lang="de-DE" sz="1600" dirty="0">
                <a:solidFill>
                  <a:schemeClr val="bg2">
                    <a:lumMod val="50000"/>
                  </a:schemeClr>
                </a:solidFill>
              </a:rPr>
              <a:t>550 Watt</a:t>
            </a:r>
          </a:p>
          <a:p>
            <a:pPr algn="l"/>
            <a:r>
              <a:rPr lang="de-DE" sz="1600" dirty="0">
                <a:solidFill>
                  <a:schemeClr val="bg2">
                    <a:lumMod val="50000"/>
                  </a:schemeClr>
                </a:solidFill>
              </a:rPr>
              <a:t>40 % Deckungsgrad</a:t>
            </a:r>
          </a:p>
        </p:txBody>
      </p:sp>
      <p:sp>
        <p:nvSpPr>
          <p:cNvPr id="16" name="Textfeld 15">
            <a:extLst>
              <a:ext uri="{FF2B5EF4-FFF2-40B4-BE49-F238E27FC236}">
                <a16:creationId xmlns:a16="http://schemas.microsoft.com/office/drawing/2014/main" id="{88B89CEE-82F3-F1D1-44D8-3F552CDF2D46}"/>
              </a:ext>
            </a:extLst>
          </p:cNvPr>
          <p:cNvSpPr txBox="1"/>
          <p:nvPr/>
        </p:nvSpPr>
        <p:spPr>
          <a:xfrm>
            <a:off x="4057650" y="982855"/>
            <a:ext cx="4572000" cy="1384995"/>
          </a:xfrm>
          <a:prstGeom prst="rect">
            <a:avLst/>
          </a:prstGeom>
          <a:noFill/>
        </p:spPr>
        <p:txBody>
          <a:bodyPr wrap="square">
            <a:spAutoFit/>
          </a:bodyPr>
          <a:lstStyle/>
          <a:p>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Nicht niedertemperaturfähig (NT-</a:t>
            </a:r>
            <a:r>
              <a:rPr lang="de-DE" sz="1400" b="1" kern="100" dirty="0" err="1">
                <a:solidFill>
                  <a:srgbClr val="3C6C7F"/>
                </a:solidFill>
                <a:effectLst/>
                <a:latin typeface="Aptos" panose="020B0004020202020204" pitchFamily="34" charset="0"/>
                <a:ea typeface="Aptos" panose="020B0004020202020204" pitchFamily="34" charset="0"/>
                <a:cs typeface="Times New Roman" panose="02020603050405020304" pitchFamily="18" charset="0"/>
              </a:rPr>
              <a:t>ready</a:t>
            </a:r>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a:t>
            </a:r>
          </a:p>
          <a:p>
            <a:r>
              <a:rPr lang="de-DE" sz="1400" dirty="0"/>
              <a:t>Noch nicht geeignet, sehr hohe Vorlauftemperatur nötig.</a:t>
            </a:r>
          </a:p>
          <a:p>
            <a:r>
              <a:rPr lang="de-DE" sz="1400" dirty="0"/>
              <a:t>In diesem Zustand kann der Raum nur sehr ineffizient mit einer Wärmepumpe beheizt werden – der Stromverbrauch wäre deutlich zu hoch. Nachfolgend finden Sie Hinweise, wie sich die Eignung Ihres Gebäudes verbessern lässt. </a:t>
            </a:r>
          </a:p>
        </p:txBody>
      </p:sp>
      <p:sp>
        <p:nvSpPr>
          <p:cNvPr id="19" name="Textfeld 18">
            <a:extLst>
              <a:ext uri="{FF2B5EF4-FFF2-40B4-BE49-F238E27FC236}">
                <a16:creationId xmlns:a16="http://schemas.microsoft.com/office/drawing/2014/main" id="{00C2AA0D-478F-125D-097C-7FE9ED010ED7}"/>
              </a:ext>
            </a:extLst>
          </p:cNvPr>
          <p:cNvSpPr txBox="1"/>
          <p:nvPr/>
        </p:nvSpPr>
        <p:spPr>
          <a:xfrm>
            <a:off x="4057650" y="2786830"/>
            <a:ext cx="4572000" cy="1384995"/>
          </a:xfrm>
          <a:prstGeom prst="rect">
            <a:avLst/>
          </a:prstGeom>
          <a:noFill/>
        </p:spPr>
        <p:txBody>
          <a:bodyPr wrap="square">
            <a:spAutoFit/>
          </a:bodyPr>
          <a:lstStyle/>
          <a:p>
            <a:r>
              <a:rPr lang="de-DE" sz="1400" b="1" dirty="0">
                <a:solidFill>
                  <a:srgbClr val="3C6C7F"/>
                </a:solidFill>
              </a:rPr>
              <a:t>Schlecht geeignet ohne Maßnahmen</a:t>
            </a:r>
          </a:p>
          <a:p>
            <a:r>
              <a:rPr lang="de-DE" sz="1400" dirty="0"/>
              <a:t>Jetzt ist Optimierung gefragt.</a:t>
            </a:r>
          </a:p>
          <a:p>
            <a:r>
              <a:rPr lang="de-DE" sz="1400" dirty="0"/>
              <a:t>Die Heizlast ist sehr hoch. Für den sinnvollen Einsatz einer Wärmepumpe ist eine energetische Verbesserung der Gebäudehülle – insbesondere durch [Dämmung der Außenwand und … ] – voraussichtlich notwendig.</a:t>
            </a:r>
          </a:p>
        </p:txBody>
      </p:sp>
      <p:sp>
        <p:nvSpPr>
          <p:cNvPr id="20" name="Textfeld 19">
            <a:extLst>
              <a:ext uri="{FF2B5EF4-FFF2-40B4-BE49-F238E27FC236}">
                <a16:creationId xmlns:a16="http://schemas.microsoft.com/office/drawing/2014/main" id="{E607EE6F-8679-1BF0-6F79-D21363241B0E}"/>
              </a:ext>
            </a:extLst>
          </p:cNvPr>
          <p:cNvSpPr txBox="1"/>
          <p:nvPr/>
        </p:nvSpPr>
        <p:spPr>
          <a:xfrm>
            <a:off x="1848633" y="5567598"/>
            <a:ext cx="2209017" cy="892552"/>
          </a:xfrm>
          <a:prstGeom prst="rect">
            <a:avLst/>
          </a:prstGeom>
          <a:noFill/>
        </p:spPr>
        <p:txBody>
          <a:bodyPr wrap="square">
            <a:spAutoFit/>
          </a:bodyPr>
          <a:lstStyle/>
          <a:p>
            <a:pPr algn="l"/>
            <a:r>
              <a:rPr lang="de-DE" sz="2000" b="1" dirty="0">
                <a:solidFill>
                  <a:schemeClr val="bg2">
                    <a:lumMod val="50000"/>
                  </a:schemeClr>
                </a:solidFill>
              </a:rPr>
              <a:t>Heizkörpertausch</a:t>
            </a:r>
          </a:p>
          <a:p>
            <a:r>
              <a:rPr lang="de-DE" sz="1600" dirty="0">
                <a:solidFill>
                  <a:schemeClr val="bg2">
                    <a:lumMod val="50000"/>
                  </a:schemeClr>
                </a:solidFill>
              </a:rPr>
              <a:t>1.100 Watt bei Typ 33</a:t>
            </a:r>
          </a:p>
          <a:p>
            <a:pPr algn="l"/>
            <a:r>
              <a:rPr lang="de-DE" sz="1600" dirty="0">
                <a:solidFill>
                  <a:schemeClr val="bg2">
                    <a:lumMod val="50000"/>
                  </a:schemeClr>
                </a:solidFill>
              </a:rPr>
              <a:t>90 % Deckungsgrad</a:t>
            </a:r>
          </a:p>
        </p:txBody>
      </p:sp>
      <p:sp>
        <p:nvSpPr>
          <p:cNvPr id="22" name="Textfeld 21">
            <a:extLst>
              <a:ext uri="{FF2B5EF4-FFF2-40B4-BE49-F238E27FC236}">
                <a16:creationId xmlns:a16="http://schemas.microsoft.com/office/drawing/2014/main" id="{D6733015-0D5E-3ECC-3193-8ACD75DBD91E}"/>
              </a:ext>
            </a:extLst>
          </p:cNvPr>
          <p:cNvSpPr txBox="1"/>
          <p:nvPr/>
        </p:nvSpPr>
        <p:spPr>
          <a:xfrm>
            <a:off x="4057650" y="4551935"/>
            <a:ext cx="4572000" cy="1384995"/>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a:t>
            </a:r>
          </a:p>
        </p:txBody>
      </p:sp>
      <p:pic>
        <p:nvPicPr>
          <p:cNvPr id="41" name="Grafik 40">
            <a:extLst>
              <a:ext uri="{FF2B5EF4-FFF2-40B4-BE49-F238E27FC236}">
                <a16:creationId xmlns:a16="http://schemas.microsoft.com/office/drawing/2014/main" id="{4A9A2EE1-5A60-F088-33F9-057B4C7012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728" y="4653420"/>
            <a:ext cx="714598" cy="714598"/>
          </a:xfrm>
          <a:prstGeom prst="rect">
            <a:avLst/>
          </a:prstGeom>
        </p:spPr>
      </p:pic>
      <p:pic>
        <p:nvPicPr>
          <p:cNvPr id="46" name="Grafik 45">
            <a:extLst>
              <a:ext uri="{FF2B5EF4-FFF2-40B4-BE49-F238E27FC236}">
                <a16:creationId xmlns:a16="http://schemas.microsoft.com/office/drawing/2014/main" id="{10F93360-BD9E-6B9E-7551-1735A92259C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26811" y="2803600"/>
            <a:ext cx="530489" cy="491061"/>
          </a:xfrm>
          <a:prstGeom prst="rect">
            <a:avLst/>
          </a:prstGeom>
        </p:spPr>
      </p:pic>
      <p:pic>
        <p:nvPicPr>
          <p:cNvPr id="47" name="Grafik 46">
            <a:extLst>
              <a:ext uri="{FF2B5EF4-FFF2-40B4-BE49-F238E27FC236}">
                <a16:creationId xmlns:a16="http://schemas.microsoft.com/office/drawing/2014/main" id="{E04CDFC6-FF2F-B1A3-D9C8-C443FE5185F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253958" y="2803600"/>
            <a:ext cx="463619" cy="490301"/>
          </a:xfrm>
          <a:prstGeom prst="rect">
            <a:avLst/>
          </a:prstGeom>
        </p:spPr>
      </p:pic>
      <p:pic>
        <p:nvPicPr>
          <p:cNvPr id="48" name="Grafik 47">
            <a:extLst>
              <a:ext uri="{FF2B5EF4-FFF2-40B4-BE49-F238E27FC236}">
                <a16:creationId xmlns:a16="http://schemas.microsoft.com/office/drawing/2014/main" id="{2E739B46-A622-91D2-C684-F7DE5219EDF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250195" y="3479327"/>
            <a:ext cx="430585" cy="490301"/>
          </a:xfrm>
          <a:prstGeom prst="rect">
            <a:avLst/>
          </a:prstGeom>
        </p:spPr>
      </p:pic>
      <p:pic>
        <p:nvPicPr>
          <p:cNvPr id="49" name="Grafik 48">
            <a:extLst>
              <a:ext uri="{FF2B5EF4-FFF2-40B4-BE49-F238E27FC236}">
                <a16:creationId xmlns:a16="http://schemas.microsoft.com/office/drawing/2014/main" id="{80A65AAA-2833-480C-7955-76A613428A9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26811" y="3479327"/>
            <a:ext cx="497787" cy="490301"/>
          </a:xfrm>
          <a:prstGeom prst="rect">
            <a:avLst/>
          </a:prstGeom>
        </p:spPr>
      </p:pic>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87480" y="5642426"/>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654590" y="5742974"/>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10285" y="5688146"/>
            <a:ext cx="713613" cy="860400"/>
          </a:xfrm>
          <a:prstGeom prst="rect">
            <a:avLst/>
          </a:prstGeom>
        </p:spPr>
      </p:pic>
      <p:pic>
        <p:nvPicPr>
          <p:cNvPr id="95" name="Grafik 94">
            <a:extLst>
              <a:ext uri="{FF2B5EF4-FFF2-40B4-BE49-F238E27FC236}">
                <a16:creationId xmlns:a16="http://schemas.microsoft.com/office/drawing/2014/main" id="{3806126B-A14D-FDDC-F872-90EE9FF602A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16728" y="5688146"/>
            <a:ext cx="713613" cy="860400"/>
          </a:xfrm>
          <a:prstGeom prst="rect">
            <a:avLst/>
          </a:prstGeom>
        </p:spPr>
      </p:pic>
      <p:sp>
        <p:nvSpPr>
          <p:cNvPr id="2" name="Ellipse 1">
            <a:extLst>
              <a:ext uri="{FF2B5EF4-FFF2-40B4-BE49-F238E27FC236}">
                <a16:creationId xmlns:a16="http://schemas.microsoft.com/office/drawing/2014/main" id="{A7D08334-C11D-5C1B-8D4D-343DE485EE6D}"/>
              </a:ext>
            </a:extLst>
          </p:cNvPr>
          <p:cNvSpPr/>
          <p:nvPr/>
        </p:nvSpPr>
        <p:spPr>
          <a:xfrm>
            <a:off x="8026334" y="864504"/>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R1</a:t>
            </a:r>
          </a:p>
        </p:txBody>
      </p:sp>
      <p:sp>
        <p:nvSpPr>
          <p:cNvPr id="8" name="Ellipse 7">
            <a:extLst>
              <a:ext uri="{FF2B5EF4-FFF2-40B4-BE49-F238E27FC236}">
                <a16:creationId xmlns:a16="http://schemas.microsoft.com/office/drawing/2014/main" id="{DD03B95C-6A3D-0D59-5ABC-7EFBD933AC9B}"/>
              </a:ext>
            </a:extLst>
          </p:cNvPr>
          <p:cNvSpPr/>
          <p:nvPr/>
        </p:nvSpPr>
        <p:spPr>
          <a:xfrm>
            <a:off x="8026334" y="2787354"/>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R2</a:t>
            </a:r>
          </a:p>
        </p:txBody>
      </p:sp>
      <p:sp>
        <p:nvSpPr>
          <p:cNvPr id="10" name="Ellipse 9">
            <a:extLst>
              <a:ext uri="{FF2B5EF4-FFF2-40B4-BE49-F238E27FC236}">
                <a16:creationId xmlns:a16="http://schemas.microsoft.com/office/drawing/2014/main" id="{597ED7C3-7340-5A9C-6D3D-08524160E941}"/>
              </a:ext>
            </a:extLst>
          </p:cNvPr>
          <p:cNvSpPr/>
          <p:nvPr/>
        </p:nvSpPr>
        <p:spPr>
          <a:xfrm>
            <a:off x="8026334" y="4550517"/>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sp>
        <p:nvSpPr>
          <p:cNvPr id="18" name="Rechteck 17">
            <a:extLst>
              <a:ext uri="{FF2B5EF4-FFF2-40B4-BE49-F238E27FC236}">
                <a16:creationId xmlns:a16="http://schemas.microsoft.com/office/drawing/2014/main" id="{D725706A-F598-FC30-8A78-A23E4676EE78}"/>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1</a:t>
            </a:r>
          </a:p>
        </p:txBody>
      </p:sp>
    </p:spTree>
    <p:extLst>
      <p:ext uri="{BB962C8B-B14F-4D97-AF65-F5344CB8AC3E}">
        <p14:creationId xmlns:p14="http://schemas.microsoft.com/office/powerpoint/2010/main" val="89375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cxnSp>
        <p:nvCxnSpPr>
          <p:cNvPr id="35" name="Gerader Verbinder 34">
            <a:extLst>
              <a:ext uri="{FF2B5EF4-FFF2-40B4-BE49-F238E27FC236}">
                <a16:creationId xmlns:a16="http://schemas.microsoft.com/office/drawing/2014/main" id="{9DEEF76B-9108-AB54-C156-BF23E42D685B}"/>
              </a:ext>
            </a:extLst>
          </p:cNvPr>
          <p:cNvCxnSpPr>
            <a:cxnSpLocks/>
            <a:stCxn id="5" idx="2"/>
          </p:cNvCxnSpPr>
          <p:nvPr/>
        </p:nvCxnSpPr>
        <p:spPr>
          <a:xfrm flipH="1" flipV="1">
            <a:off x="526811" y="1062329"/>
            <a:ext cx="3"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7FE6CC3B-B7F9-4AD6-7FDE-FCA7F4A59894}"/>
              </a:ext>
            </a:extLst>
          </p:cNvPr>
          <p:cNvCxnSpPr>
            <a:cxnSpLocks/>
            <a:stCxn id="3" idx="2"/>
          </p:cNvCxnSpPr>
          <p:nvPr/>
        </p:nvCxnSpPr>
        <p:spPr>
          <a:xfrm flipV="1">
            <a:off x="1329822" y="1062329"/>
            <a:ext cx="0"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3830AEB6-08FE-3130-49B6-1BACF949BDB6}"/>
              </a:ext>
            </a:extLst>
          </p:cNvPr>
          <p:cNvCxnSpPr>
            <a:cxnSpLocks/>
            <a:stCxn id="4" idx="2"/>
          </p:cNvCxnSpPr>
          <p:nvPr/>
        </p:nvCxnSpPr>
        <p:spPr>
          <a:xfrm flipV="1">
            <a:off x="2132830" y="1062329"/>
            <a:ext cx="422" cy="1007660"/>
          </a:xfrm>
          <a:prstGeom prst="line">
            <a:avLst/>
          </a:prstGeom>
          <a:ln w="1270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3072D025-3592-3C29-CCED-6659B5B4BEAA}"/>
              </a:ext>
            </a:extLst>
          </p:cNvPr>
          <p:cNvCxnSpPr>
            <a:cxnSpLocks/>
            <a:stCxn id="4" idx="0"/>
          </p:cNvCxnSpPr>
          <p:nvPr/>
        </p:nvCxnSpPr>
        <p:spPr>
          <a:xfrm flipV="1">
            <a:off x="2935838" y="1062329"/>
            <a:ext cx="1" cy="1007660"/>
          </a:xfrm>
          <a:prstGeom prst="line">
            <a:avLst/>
          </a:prstGeom>
          <a:ln w="1270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954B7321-5479-477F-3FE2-3CC8CCB636DC}"/>
              </a:ext>
            </a:extLst>
          </p:cNvPr>
          <p:cNvCxnSpPr>
            <a:cxnSpLocks/>
            <a:stCxn id="7" idx="0"/>
          </p:cNvCxnSpPr>
          <p:nvPr/>
        </p:nvCxnSpPr>
        <p:spPr>
          <a:xfrm flipH="1" flipV="1">
            <a:off x="3736581" y="1062329"/>
            <a:ext cx="2266" cy="1007660"/>
          </a:xfrm>
          <a:prstGeom prst="line">
            <a:avLst/>
          </a:prstGeom>
          <a:ln w="12700">
            <a:solidFill>
              <a:srgbClr val="00BD56"/>
            </a:solidFill>
          </a:ln>
        </p:spPr>
        <p:style>
          <a:lnRef idx="1">
            <a:schemeClr val="accent1"/>
          </a:lnRef>
          <a:fillRef idx="0">
            <a:schemeClr val="accent1"/>
          </a:fillRef>
          <a:effectRef idx="0">
            <a:schemeClr val="accent1"/>
          </a:effectRef>
          <a:fontRef idx="minor">
            <a:schemeClr val="tx1"/>
          </a:fontRef>
        </p:style>
      </p:cxnSp>
      <p:sp>
        <p:nvSpPr>
          <p:cNvPr id="25" name="Rechteck 24">
            <a:extLst>
              <a:ext uri="{FF2B5EF4-FFF2-40B4-BE49-F238E27FC236}">
                <a16:creationId xmlns:a16="http://schemas.microsoft.com/office/drawing/2014/main" id="{759780F0-29F0-1C6C-9D4A-1170F6FC478A}"/>
              </a:ext>
            </a:extLst>
          </p:cNvPr>
          <p:cNvSpPr/>
          <p:nvPr/>
        </p:nvSpPr>
        <p:spPr>
          <a:xfrm rot="5400000">
            <a:off x="2055078" y="111633"/>
            <a:ext cx="155503"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16C70834-596B-E1B0-CCB7-6521150A8F00}"/>
              </a:ext>
            </a:extLst>
          </p:cNvPr>
          <p:cNvSpPr/>
          <p:nvPr/>
        </p:nvSpPr>
        <p:spPr>
          <a:xfrm rot="5400000">
            <a:off x="2051986" y="-309599"/>
            <a:ext cx="161688"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4CBC808E-E904-90A0-4B85-5953B6AC4EE5}"/>
              </a:ext>
            </a:extLst>
          </p:cNvPr>
          <p:cNvSpPr/>
          <p:nvPr/>
        </p:nvSpPr>
        <p:spPr>
          <a:xfrm rot="5400000">
            <a:off x="847474" y="1668485"/>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22FCF2D4-BAF0-7639-8776-0BC2DBC8549C}"/>
              </a:ext>
            </a:extLst>
          </p:cNvPr>
          <p:cNvSpPr txBox="1"/>
          <p:nvPr/>
        </p:nvSpPr>
        <p:spPr>
          <a:xfrm>
            <a:off x="3013376" y="2158187"/>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3" name="Rechteck 2">
            <a:extLst>
              <a:ext uri="{FF2B5EF4-FFF2-40B4-BE49-F238E27FC236}">
                <a16:creationId xmlns:a16="http://schemas.microsoft.com/office/drawing/2014/main" id="{F9FAFFBE-B743-8673-50BD-211911B6250C}"/>
              </a:ext>
            </a:extLst>
          </p:cNvPr>
          <p:cNvSpPr/>
          <p:nvPr/>
        </p:nvSpPr>
        <p:spPr>
          <a:xfrm rot="5400000">
            <a:off x="1650482" y="1668485"/>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71A284FC-35D3-3A82-F093-E244C6DB008E}"/>
              </a:ext>
            </a:extLst>
          </p:cNvPr>
          <p:cNvSpPr/>
          <p:nvPr/>
        </p:nvSpPr>
        <p:spPr>
          <a:xfrm rot="5400000">
            <a:off x="2453490" y="1668485"/>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ACD1B26E-7828-07EC-4681-2460317D7A18}"/>
              </a:ext>
            </a:extLst>
          </p:cNvPr>
          <p:cNvSpPr/>
          <p:nvPr/>
        </p:nvSpPr>
        <p:spPr>
          <a:xfrm rot="5400000">
            <a:off x="3256499" y="1668485"/>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D4E4FE01-10A9-8EF4-B526-538C6CBD1F88}"/>
              </a:ext>
            </a:extLst>
          </p:cNvPr>
          <p:cNvSpPr txBox="1"/>
          <p:nvPr/>
        </p:nvSpPr>
        <p:spPr>
          <a:xfrm>
            <a:off x="526813" y="2158190"/>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12" name="Rechteck 11">
            <a:extLst>
              <a:ext uri="{FF2B5EF4-FFF2-40B4-BE49-F238E27FC236}">
                <a16:creationId xmlns:a16="http://schemas.microsoft.com/office/drawing/2014/main" id="{DC30B36F-ECD5-EBE6-59C0-51DF96D98808}"/>
              </a:ext>
            </a:extLst>
          </p:cNvPr>
          <p:cNvSpPr/>
          <p:nvPr/>
        </p:nvSpPr>
        <p:spPr>
          <a:xfrm rot="5400000">
            <a:off x="1510861" y="501407"/>
            <a:ext cx="314873" cy="228296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91E50144-5AA8-E381-9FBE-08F23CB7E54A}"/>
              </a:ext>
            </a:extLst>
          </p:cNvPr>
          <p:cNvSpPr txBox="1"/>
          <p:nvPr/>
        </p:nvSpPr>
        <p:spPr>
          <a:xfrm>
            <a:off x="549831" y="1542244"/>
            <a:ext cx="1650715"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15" name="Rechteck 14">
            <a:extLst>
              <a:ext uri="{FF2B5EF4-FFF2-40B4-BE49-F238E27FC236}">
                <a16:creationId xmlns:a16="http://schemas.microsoft.com/office/drawing/2014/main" id="{ADDFE235-2400-D1F9-FE87-C0ABED2A8D0D}"/>
              </a:ext>
            </a:extLst>
          </p:cNvPr>
          <p:cNvSpPr/>
          <p:nvPr/>
        </p:nvSpPr>
        <p:spPr>
          <a:xfrm rot="5400000">
            <a:off x="690582" y="898560"/>
            <a:ext cx="314873" cy="642415"/>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2E02FC80-8673-7DFE-9D76-D886A426CFFE}"/>
              </a:ext>
            </a:extLst>
          </p:cNvPr>
          <p:cNvSpPr txBox="1"/>
          <p:nvPr/>
        </p:nvSpPr>
        <p:spPr>
          <a:xfrm>
            <a:off x="549831" y="1115985"/>
            <a:ext cx="642415" cy="184666"/>
          </a:xfrm>
          <a:prstGeom prst="rect">
            <a:avLst/>
          </a:prstGeom>
          <a:noFill/>
        </p:spPr>
        <p:txBody>
          <a:bodyPr wrap="square" lIns="0" tIns="0" rIns="0" bIns="0" rtlCol="0">
            <a:spAutoFit/>
          </a:bodyPr>
          <a:lstStyle/>
          <a:p>
            <a:pPr algn="l"/>
            <a:r>
              <a:rPr lang="de-DE" sz="1200" b="1" dirty="0">
                <a:solidFill>
                  <a:schemeClr val="bg1"/>
                </a:solidFill>
              </a:rPr>
              <a:t>Aktuell</a:t>
            </a:r>
          </a:p>
        </p:txBody>
      </p:sp>
      <p:sp>
        <p:nvSpPr>
          <p:cNvPr id="27" name="Textfeld 26">
            <a:extLst>
              <a:ext uri="{FF2B5EF4-FFF2-40B4-BE49-F238E27FC236}">
                <a16:creationId xmlns:a16="http://schemas.microsoft.com/office/drawing/2014/main" id="{A972FB0A-5456-5E91-DC13-1981FE347F0F}"/>
              </a:ext>
            </a:extLst>
          </p:cNvPr>
          <p:cNvSpPr txBox="1"/>
          <p:nvPr/>
        </p:nvSpPr>
        <p:spPr>
          <a:xfrm>
            <a:off x="1848633" y="2786830"/>
            <a:ext cx="2209017" cy="892552"/>
          </a:xfrm>
          <a:prstGeom prst="rect">
            <a:avLst/>
          </a:prstGeom>
          <a:noFill/>
        </p:spPr>
        <p:txBody>
          <a:bodyPr wrap="square">
            <a:spAutoFit/>
          </a:bodyPr>
          <a:lstStyle/>
          <a:p>
            <a:pPr algn="l"/>
            <a:r>
              <a:rPr lang="de-DE" sz="2000" b="1" dirty="0">
                <a:solidFill>
                  <a:schemeClr val="bg2">
                    <a:lumMod val="50000"/>
                  </a:schemeClr>
                </a:solidFill>
              </a:rPr>
              <a:t>Sehr hohe Heizlast</a:t>
            </a:r>
          </a:p>
          <a:p>
            <a:pPr algn="l"/>
            <a:r>
              <a:rPr lang="de-DE" sz="1600" dirty="0">
                <a:solidFill>
                  <a:schemeClr val="bg2">
                    <a:lumMod val="50000"/>
                  </a:schemeClr>
                </a:solidFill>
              </a:rPr>
              <a:t>1.200 Watt </a:t>
            </a:r>
          </a:p>
          <a:p>
            <a:pPr algn="l"/>
            <a:r>
              <a:rPr lang="de-DE" sz="1600" dirty="0">
                <a:solidFill>
                  <a:schemeClr val="bg2">
                    <a:lumMod val="50000"/>
                  </a:schemeClr>
                </a:solidFill>
              </a:rPr>
              <a:t>100 W/m²</a:t>
            </a:r>
          </a:p>
        </p:txBody>
      </p:sp>
      <p:sp>
        <p:nvSpPr>
          <p:cNvPr id="6" name="Textfeld 5">
            <a:extLst>
              <a:ext uri="{FF2B5EF4-FFF2-40B4-BE49-F238E27FC236}">
                <a16:creationId xmlns:a16="http://schemas.microsoft.com/office/drawing/2014/main" id="{96B0BECE-FB89-E194-7439-A707A95DE111}"/>
              </a:ext>
            </a:extLst>
          </p:cNvPr>
          <p:cNvSpPr txBox="1"/>
          <p:nvPr/>
        </p:nvSpPr>
        <p:spPr>
          <a:xfrm>
            <a:off x="1848633" y="4551935"/>
            <a:ext cx="2209017" cy="892552"/>
          </a:xfrm>
          <a:prstGeom prst="rect">
            <a:avLst/>
          </a:prstGeom>
          <a:noFill/>
        </p:spPr>
        <p:txBody>
          <a:bodyPr wrap="square">
            <a:spAutoFit/>
          </a:bodyPr>
          <a:lstStyle/>
          <a:p>
            <a:pPr algn="l"/>
            <a:r>
              <a:rPr lang="de-DE" sz="2000" b="1" dirty="0">
                <a:solidFill>
                  <a:schemeClr val="bg2">
                    <a:lumMod val="50000"/>
                  </a:schemeClr>
                </a:solidFill>
              </a:rPr>
              <a:t>Heizkörper</a:t>
            </a:r>
          </a:p>
          <a:p>
            <a:pPr algn="l"/>
            <a:r>
              <a:rPr lang="de-DE" sz="1600" dirty="0">
                <a:solidFill>
                  <a:schemeClr val="bg2">
                    <a:lumMod val="50000"/>
                  </a:schemeClr>
                </a:solidFill>
              </a:rPr>
              <a:t>550 Watt</a:t>
            </a:r>
          </a:p>
          <a:p>
            <a:pPr algn="l"/>
            <a:r>
              <a:rPr lang="de-DE" sz="1600" dirty="0">
                <a:solidFill>
                  <a:schemeClr val="bg2">
                    <a:lumMod val="50000"/>
                  </a:schemeClr>
                </a:solidFill>
              </a:rPr>
              <a:t>40 % Deckungsgrad</a:t>
            </a:r>
          </a:p>
        </p:txBody>
      </p:sp>
      <p:sp>
        <p:nvSpPr>
          <p:cNvPr id="16" name="Textfeld 15">
            <a:extLst>
              <a:ext uri="{FF2B5EF4-FFF2-40B4-BE49-F238E27FC236}">
                <a16:creationId xmlns:a16="http://schemas.microsoft.com/office/drawing/2014/main" id="{88B89CEE-82F3-F1D1-44D8-3F552CDF2D46}"/>
              </a:ext>
            </a:extLst>
          </p:cNvPr>
          <p:cNvSpPr txBox="1"/>
          <p:nvPr/>
        </p:nvSpPr>
        <p:spPr>
          <a:xfrm>
            <a:off x="4057650" y="982855"/>
            <a:ext cx="4572000" cy="1384995"/>
          </a:xfrm>
          <a:prstGeom prst="rect">
            <a:avLst/>
          </a:prstGeom>
          <a:noFill/>
        </p:spPr>
        <p:txBody>
          <a:bodyPr wrap="square">
            <a:spAutoFit/>
          </a:bodyPr>
          <a:lstStyle/>
          <a:p>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Nicht niedertemperaturfähig (NT-</a:t>
            </a:r>
            <a:r>
              <a:rPr lang="de-DE" sz="1400" b="1" kern="100" dirty="0" err="1">
                <a:solidFill>
                  <a:srgbClr val="3C6C7F"/>
                </a:solidFill>
                <a:effectLst/>
                <a:latin typeface="Aptos" panose="020B0004020202020204" pitchFamily="34" charset="0"/>
                <a:ea typeface="Aptos" panose="020B0004020202020204" pitchFamily="34" charset="0"/>
                <a:cs typeface="Times New Roman" panose="02020603050405020304" pitchFamily="18" charset="0"/>
              </a:rPr>
              <a:t>ready</a:t>
            </a:r>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a:t>
            </a:r>
          </a:p>
          <a:p>
            <a:r>
              <a:rPr lang="de-DE" sz="1400" dirty="0"/>
              <a:t>Noch nicht geeignet, sehr hohe Vorlauftemperatur nötig.</a:t>
            </a:r>
          </a:p>
          <a:p>
            <a:r>
              <a:rPr lang="de-DE" sz="1400" dirty="0"/>
              <a:t>In diesem Zustand kann der Raum nur sehr ineffizient mit einer Wärmepumpe beheizt werden – der Stromverbrauch wäre deutlich zu hoch. Nachfolgend finden Sie Hinweise, wie sich die Eignung Ihres Gebäudes verbessern lässt. </a:t>
            </a:r>
          </a:p>
        </p:txBody>
      </p:sp>
      <p:sp>
        <p:nvSpPr>
          <p:cNvPr id="19" name="Textfeld 18">
            <a:extLst>
              <a:ext uri="{FF2B5EF4-FFF2-40B4-BE49-F238E27FC236}">
                <a16:creationId xmlns:a16="http://schemas.microsoft.com/office/drawing/2014/main" id="{00C2AA0D-478F-125D-097C-7FE9ED010ED7}"/>
              </a:ext>
            </a:extLst>
          </p:cNvPr>
          <p:cNvSpPr txBox="1"/>
          <p:nvPr/>
        </p:nvSpPr>
        <p:spPr>
          <a:xfrm>
            <a:off x="4057650" y="2786830"/>
            <a:ext cx="4572000" cy="1384995"/>
          </a:xfrm>
          <a:prstGeom prst="rect">
            <a:avLst/>
          </a:prstGeom>
          <a:noFill/>
        </p:spPr>
        <p:txBody>
          <a:bodyPr wrap="square">
            <a:spAutoFit/>
          </a:bodyPr>
          <a:lstStyle/>
          <a:p>
            <a:r>
              <a:rPr lang="de-DE" sz="1400" b="1" dirty="0">
                <a:solidFill>
                  <a:srgbClr val="3C6C7F"/>
                </a:solidFill>
              </a:rPr>
              <a:t>Schlecht geeignet ohne Maßnahmen</a:t>
            </a:r>
          </a:p>
          <a:p>
            <a:r>
              <a:rPr lang="de-DE" sz="1400" dirty="0"/>
              <a:t>Jetzt ist Optimierung gefragt.</a:t>
            </a:r>
          </a:p>
          <a:p>
            <a:r>
              <a:rPr lang="de-DE" sz="1400" dirty="0"/>
              <a:t>Die Heizlast ist sehr hoch. Für den sinnvollen Einsatz einer Wärmepumpe ist eine energetische Verbesserung der Gebäudehülle – insbesondere durch [Dämmung der Außenwand und … ] – voraussichtlich notwendig.</a:t>
            </a:r>
          </a:p>
        </p:txBody>
      </p:sp>
      <p:sp>
        <p:nvSpPr>
          <p:cNvPr id="20" name="Textfeld 19">
            <a:extLst>
              <a:ext uri="{FF2B5EF4-FFF2-40B4-BE49-F238E27FC236}">
                <a16:creationId xmlns:a16="http://schemas.microsoft.com/office/drawing/2014/main" id="{E607EE6F-8679-1BF0-6F79-D21363241B0E}"/>
              </a:ext>
            </a:extLst>
          </p:cNvPr>
          <p:cNvSpPr txBox="1"/>
          <p:nvPr/>
        </p:nvSpPr>
        <p:spPr>
          <a:xfrm>
            <a:off x="1848633" y="5567598"/>
            <a:ext cx="2209017" cy="892552"/>
          </a:xfrm>
          <a:prstGeom prst="rect">
            <a:avLst/>
          </a:prstGeom>
          <a:noFill/>
        </p:spPr>
        <p:txBody>
          <a:bodyPr wrap="square">
            <a:spAutoFit/>
          </a:bodyPr>
          <a:lstStyle/>
          <a:p>
            <a:pPr algn="l"/>
            <a:r>
              <a:rPr lang="de-DE" sz="2000" b="1" dirty="0">
                <a:solidFill>
                  <a:schemeClr val="bg2">
                    <a:lumMod val="50000"/>
                  </a:schemeClr>
                </a:solidFill>
              </a:rPr>
              <a:t>Heizkörpertausch</a:t>
            </a:r>
          </a:p>
          <a:p>
            <a:r>
              <a:rPr lang="de-DE" sz="1600" dirty="0">
                <a:solidFill>
                  <a:schemeClr val="bg2">
                    <a:lumMod val="50000"/>
                  </a:schemeClr>
                </a:solidFill>
              </a:rPr>
              <a:t>1.100 Watt bei Typ 33</a:t>
            </a:r>
          </a:p>
          <a:p>
            <a:pPr algn="l"/>
            <a:r>
              <a:rPr lang="de-DE" sz="1600" dirty="0">
                <a:solidFill>
                  <a:schemeClr val="bg2">
                    <a:lumMod val="50000"/>
                  </a:schemeClr>
                </a:solidFill>
              </a:rPr>
              <a:t>90 % Deckungsgrad</a:t>
            </a:r>
          </a:p>
        </p:txBody>
      </p:sp>
      <p:sp>
        <p:nvSpPr>
          <p:cNvPr id="22" name="Textfeld 21">
            <a:extLst>
              <a:ext uri="{FF2B5EF4-FFF2-40B4-BE49-F238E27FC236}">
                <a16:creationId xmlns:a16="http://schemas.microsoft.com/office/drawing/2014/main" id="{D6733015-0D5E-3ECC-3193-8ACD75DBD91E}"/>
              </a:ext>
            </a:extLst>
          </p:cNvPr>
          <p:cNvSpPr txBox="1"/>
          <p:nvPr/>
        </p:nvSpPr>
        <p:spPr>
          <a:xfrm>
            <a:off x="4057650" y="4551935"/>
            <a:ext cx="4572000" cy="1384995"/>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a:t>
            </a:r>
          </a:p>
        </p:txBody>
      </p:sp>
      <p:pic>
        <p:nvPicPr>
          <p:cNvPr id="41" name="Grafik 40">
            <a:extLst>
              <a:ext uri="{FF2B5EF4-FFF2-40B4-BE49-F238E27FC236}">
                <a16:creationId xmlns:a16="http://schemas.microsoft.com/office/drawing/2014/main" id="{4A9A2EE1-5A60-F088-33F9-057B4C7012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728" y="4653420"/>
            <a:ext cx="714598" cy="714598"/>
          </a:xfrm>
          <a:prstGeom prst="rect">
            <a:avLst/>
          </a:prstGeom>
        </p:spPr>
      </p:pic>
      <p:pic>
        <p:nvPicPr>
          <p:cNvPr id="46" name="Grafik 45">
            <a:extLst>
              <a:ext uri="{FF2B5EF4-FFF2-40B4-BE49-F238E27FC236}">
                <a16:creationId xmlns:a16="http://schemas.microsoft.com/office/drawing/2014/main" id="{10F93360-BD9E-6B9E-7551-1735A92259C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26811" y="2803600"/>
            <a:ext cx="530489" cy="491061"/>
          </a:xfrm>
          <a:prstGeom prst="rect">
            <a:avLst/>
          </a:prstGeom>
        </p:spPr>
      </p:pic>
      <p:pic>
        <p:nvPicPr>
          <p:cNvPr id="47" name="Grafik 46">
            <a:extLst>
              <a:ext uri="{FF2B5EF4-FFF2-40B4-BE49-F238E27FC236}">
                <a16:creationId xmlns:a16="http://schemas.microsoft.com/office/drawing/2014/main" id="{E04CDFC6-FF2F-B1A3-D9C8-C443FE5185F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253958" y="2803600"/>
            <a:ext cx="463619" cy="490301"/>
          </a:xfrm>
          <a:prstGeom prst="rect">
            <a:avLst/>
          </a:prstGeom>
        </p:spPr>
      </p:pic>
      <p:pic>
        <p:nvPicPr>
          <p:cNvPr id="48" name="Grafik 47">
            <a:extLst>
              <a:ext uri="{FF2B5EF4-FFF2-40B4-BE49-F238E27FC236}">
                <a16:creationId xmlns:a16="http://schemas.microsoft.com/office/drawing/2014/main" id="{2E739B46-A622-91D2-C684-F7DE5219EDF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250195" y="3479327"/>
            <a:ext cx="430585" cy="490301"/>
          </a:xfrm>
          <a:prstGeom prst="rect">
            <a:avLst/>
          </a:prstGeom>
        </p:spPr>
      </p:pic>
      <p:pic>
        <p:nvPicPr>
          <p:cNvPr id="49" name="Grafik 48">
            <a:extLst>
              <a:ext uri="{FF2B5EF4-FFF2-40B4-BE49-F238E27FC236}">
                <a16:creationId xmlns:a16="http://schemas.microsoft.com/office/drawing/2014/main" id="{80A65AAA-2833-480C-7955-76A613428A9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26811" y="3479327"/>
            <a:ext cx="497787" cy="490301"/>
          </a:xfrm>
          <a:prstGeom prst="rect">
            <a:avLst/>
          </a:prstGeom>
        </p:spPr>
      </p:pic>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87480" y="5642426"/>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654590" y="5742974"/>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10285" y="5688146"/>
            <a:ext cx="713613" cy="860400"/>
          </a:xfrm>
          <a:prstGeom prst="rect">
            <a:avLst/>
          </a:prstGeom>
        </p:spPr>
      </p:pic>
      <p:pic>
        <p:nvPicPr>
          <p:cNvPr id="95" name="Grafik 94">
            <a:extLst>
              <a:ext uri="{FF2B5EF4-FFF2-40B4-BE49-F238E27FC236}">
                <a16:creationId xmlns:a16="http://schemas.microsoft.com/office/drawing/2014/main" id="{3806126B-A14D-FDDC-F872-90EE9FF602A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16728" y="5688146"/>
            <a:ext cx="713613" cy="860400"/>
          </a:xfrm>
          <a:prstGeom prst="rect">
            <a:avLst/>
          </a:prstGeom>
        </p:spPr>
      </p:pic>
      <p:sp>
        <p:nvSpPr>
          <p:cNvPr id="2" name="Rechteck: abgerundete Ecken 1">
            <a:extLst>
              <a:ext uri="{FF2B5EF4-FFF2-40B4-BE49-F238E27FC236}">
                <a16:creationId xmlns:a16="http://schemas.microsoft.com/office/drawing/2014/main" id="{D83EC349-2D7E-C846-3576-CEFE189897EE}"/>
              </a:ext>
            </a:extLst>
          </p:cNvPr>
          <p:cNvSpPr/>
          <p:nvPr/>
        </p:nvSpPr>
        <p:spPr>
          <a:xfrm>
            <a:off x="382866" y="2687978"/>
            <a:ext cx="8246784" cy="1543830"/>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abgerundete Ecken 7">
            <a:extLst>
              <a:ext uri="{FF2B5EF4-FFF2-40B4-BE49-F238E27FC236}">
                <a16:creationId xmlns:a16="http://schemas.microsoft.com/office/drawing/2014/main" id="{58FE5A2E-6CAA-7F5A-F3D4-A2CD2736A226}"/>
              </a:ext>
            </a:extLst>
          </p:cNvPr>
          <p:cNvSpPr/>
          <p:nvPr/>
        </p:nvSpPr>
        <p:spPr>
          <a:xfrm>
            <a:off x="382866" y="4491953"/>
            <a:ext cx="8246784" cy="2172799"/>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Ellipse 9">
            <a:extLst>
              <a:ext uri="{FF2B5EF4-FFF2-40B4-BE49-F238E27FC236}">
                <a16:creationId xmlns:a16="http://schemas.microsoft.com/office/drawing/2014/main" id="{9E946F1E-9C70-A85A-D0FE-B943C545D9B6}"/>
              </a:ext>
            </a:extLst>
          </p:cNvPr>
          <p:cNvSpPr/>
          <p:nvPr/>
        </p:nvSpPr>
        <p:spPr>
          <a:xfrm>
            <a:off x="8026334" y="864504"/>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R1</a:t>
            </a:r>
          </a:p>
        </p:txBody>
      </p:sp>
      <p:sp>
        <p:nvSpPr>
          <p:cNvPr id="18" name="Ellipse 17">
            <a:extLst>
              <a:ext uri="{FF2B5EF4-FFF2-40B4-BE49-F238E27FC236}">
                <a16:creationId xmlns:a16="http://schemas.microsoft.com/office/drawing/2014/main" id="{CEA4F4E8-91A0-A3B5-CE21-D4AE931AE41D}"/>
              </a:ext>
            </a:extLst>
          </p:cNvPr>
          <p:cNvSpPr/>
          <p:nvPr/>
        </p:nvSpPr>
        <p:spPr>
          <a:xfrm>
            <a:off x="8026334" y="2787354"/>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R2</a:t>
            </a:r>
          </a:p>
        </p:txBody>
      </p:sp>
      <p:sp>
        <p:nvSpPr>
          <p:cNvPr id="21" name="Ellipse 20">
            <a:extLst>
              <a:ext uri="{FF2B5EF4-FFF2-40B4-BE49-F238E27FC236}">
                <a16:creationId xmlns:a16="http://schemas.microsoft.com/office/drawing/2014/main" id="{CB914FFD-CCF7-884D-EB81-D899A1F3C2B0}"/>
              </a:ext>
            </a:extLst>
          </p:cNvPr>
          <p:cNvSpPr/>
          <p:nvPr/>
        </p:nvSpPr>
        <p:spPr>
          <a:xfrm>
            <a:off x="8026334" y="4550517"/>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sp>
        <p:nvSpPr>
          <p:cNvPr id="23" name="Rechteck 22">
            <a:extLst>
              <a:ext uri="{FF2B5EF4-FFF2-40B4-BE49-F238E27FC236}">
                <a16:creationId xmlns:a16="http://schemas.microsoft.com/office/drawing/2014/main" id="{CB4A5137-3D40-DB14-F4C7-8B70FC739BD1}"/>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2</a:t>
            </a:r>
          </a:p>
        </p:txBody>
      </p:sp>
    </p:spTree>
    <p:extLst>
      <p:ext uri="{BB962C8B-B14F-4D97-AF65-F5344CB8AC3E}">
        <p14:creationId xmlns:p14="http://schemas.microsoft.com/office/powerpoint/2010/main" val="1062203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cxnSp>
        <p:nvCxnSpPr>
          <p:cNvPr id="35" name="Gerader Verbinder 34">
            <a:extLst>
              <a:ext uri="{FF2B5EF4-FFF2-40B4-BE49-F238E27FC236}">
                <a16:creationId xmlns:a16="http://schemas.microsoft.com/office/drawing/2014/main" id="{9DEEF76B-9108-AB54-C156-BF23E42D685B}"/>
              </a:ext>
            </a:extLst>
          </p:cNvPr>
          <p:cNvCxnSpPr>
            <a:cxnSpLocks/>
            <a:stCxn id="5" idx="2"/>
          </p:cNvCxnSpPr>
          <p:nvPr/>
        </p:nvCxnSpPr>
        <p:spPr>
          <a:xfrm flipH="1" flipV="1">
            <a:off x="526811" y="1062329"/>
            <a:ext cx="3"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7FE6CC3B-B7F9-4AD6-7FDE-FCA7F4A59894}"/>
              </a:ext>
            </a:extLst>
          </p:cNvPr>
          <p:cNvCxnSpPr>
            <a:cxnSpLocks/>
            <a:stCxn id="3" idx="2"/>
          </p:cNvCxnSpPr>
          <p:nvPr/>
        </p:nvCxnSpPr>
        <p:spPr>
          <a:xfrm flipV="1">
            <a:off x="1329822" y="1062329"/>
            <a:ext cx="0"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3830AEB6-08FE-3130-49B6-1BACF949BDB6}"/>
              </a:ext>
            </a:extLst>
          </p:cNvPr>
          <p:cNvCxnSpPr>
            <a:cxnSpLocks/>
            <a:stCxn id="4" idx="2"/>
          </p:cNvCxnSpPr>
          <p:nvPr/>
        </p:nvCxnSpPr>
        <p:spPr>
          <a:xfrm flipV="1">
            <a:off x="2132830" y="1062329"/>
            <a:ext cx="422" cy="1007660"/>
          </a:xfrm>
          <a:prstGeom prst="line">
            <a:avLst/>
          </a:prstGeom>
          <a:ln w="1270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3072D025-3592-3C29-CCED-6659B5B4BEAA}"/>
              </a:ext>
            </a:extLst>
          </p:cNvPr>
          <p:cNvCxnSpPr>
            <a:cxnSpLocks/>
            <a:stCxn id="4" idx="0"/>
          </p:cNvCxnSpPr>
          <p:nvPr/>
        </p:nvCxnSpPr>
        <p:spPr>
          <a:xfrm flipV="1">
            <a:off x="2935838" y="1062329"/>
            <a:ext cx="1" cy="1007660"/>
          </a:xfrm>
          <a:prstGeom prst="line">
            <a:avLst/>
          </a:prstGeom>
          <a:ln w="1270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954B7321-5479-477F-3FE2-3CC8CCB636DC}"/>
              </a:ext>
            </a:extLst>
          </p:cNvPr>
          <p:cNvCxnSpPr>
            <a:cxnSpLocks/>
            <a:stCxn id="7" idx="0"/>
          </p:cNvCxnSpPr>
          <p:nvPr/>
        </p:nvCxnSpPr>
        <p:spPr>
          <a:xfrm flipH="1" flipV="1">
            <a:off x="3736581" y="1062329"/>
            <a:ext cx="2266" cy="1007660"/>
          </a:xfrm>
          <a:prstGeom prst="line">
            <a:avLst/>
          </a:prstGeom>
          <a:ln w="12700">
            <a:solidFill>
              <a:srgbClr val="00BD56"/>
            </a:solidFill>
          </a:ln>
        </p:spPr>
        <p:style>
          <a:lnRef idx="1">
            <a:schemeClr val="accent1"/>
          </a:lnRef>
          <a:fillRef idx="0">
            <a:schemeClr val="accent1"/>
          </a:fillRef>
          <a:effectRef idx="0">
            <a:schemeClr val="accent1"/>
          </a:effectRef>
          <a:fontRef idx="minor">
            <a:schemeClr val="tx1"/>
          </a:fontRef>
        </p:style>
      </p:cxnSp>
      <p:sp>
        <p:nvSpPr>
          <p:cNvPr id="25" name="Rechteck 24">
            <a:extLst>
              <a:ext uri="{FF2B5EF4-FFF2-40B4-BE49-F238E27FC236}">
                <a16:creationId xmlns:a16="http://schemas.microsoft.com/office/drawing/2014/main" id="{759780F0-29F0-1C6C-9D4A-1170F6FC478A}"/>
              </a:ext>
            </a:extLst>
          </p:cNvPr>
          <p:cNvSpPr/>
          <p:nvPr/>
        </p:nvSpPr>
        <p:spPr>
          <a:xfrm rot="5400000">
            <a:off x="2055078" y="111633"/>
            <a:ext cx="155503"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16C70834-596B-E1B0-CCB7-6521150A8F00}"/>
              </a:ext>
            </a:extLst>
          </p:cNvPr>
          <p:cNvSpPr/>
          <p:nvPr/>
        </p:nvSpPr>
        <p:spPr>
          <a:xfrm rot="5400000">
            <a:off x="2051986" y="-309599"/>
            <a:ext cx="161688"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4CBC808E-E904-90A0-4B85-5953B6AC4EE5}"/>
              </a:ext>
            </a:extLst>
          </p:cNvPr>
          <p:cNvSpPr/>
          <p:nvPr/>
        </p:nvSpPr>
        <p:spPr>
          <a:xfrm rot="5400000">
            <a:off x="847474" y="1668485"/>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22FCF2D4-BAF0-7639-8776-0BC2DBC8549C}"/>
              </a:ext>
            </a:extLst>
          </p:cNvPr>
          <p:cNvSpPr txBox="1"/>
          <p:nvPr/>
        </p:nvSpPr>
        <p:spPr>
          <a:xfrm>
            <a:off x="3013376" y="2158187"/>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3" name="Rechteck 2">
            <a:extLst>
              <a:ext uri="{FF2B5EF4-FFF2-40B4-BE49-F238E27FC236}">
                <a16:creationId xmlns:a16="http://schemas.microsoft.com/office/drawing/2014/main" id="{F9FAFFBE-B743-8673-50BD-211911B6250C}"/>
              </a:ext>
            </a:extLst>
          </p:cNvPr>
          <p:cNvSpPr/>
          <p:nvPr/>
        </p:nvSpPr>
        <p:spPr>
          <a:xfrm rot="5400000">
            <a:off x="1650482" y="1668485"/>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71A284FC-35D3-3A82-F093-E244C6DB008E}"/>
              </a:ext>
            </a:extLst>
          </p:cNvPr>
          <p:cNvSpPr/>
          <p:nvPr/>
        </p:nvSpPr>
        <p:spPr>
          <a:xfrm rot="5400000">
            <a:off x="2453490" y="1668485"/>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ACD1B26E-7828-07EC-4681-2460317D7A18}"/>
              </a:ext>
            </a:extLst>
          </p:cNvPr>
          <p:cNvSpPr/>
          <p:nvPr/>
        </p:nvSpPr>
        <p:spPr>
          <a:xfrm rot="5400000">
            <a:off x="3256499" y="1668485"/>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D4E4FE01-10A9-8EF4-B526-538C6CBD1F88}"/>
              </a:ext>
            </a:extLst>
          </p:cNvPr>
          <p:cNvSpPr txBox="1"/>
          <p:nvPr/>
        </p:nvSpPr>
        <p:spPr>
          <a:xfrm>
            <a:off x="526813" y="2158190"/>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12" name="Rechteck 11">
            <a:extLst>
              <a:ext uri="{FF2B5EF4-FFF2-40B4-BE49-F238E27FC236}">
                <a16:creationId xmlns:a16="http://schemas.microsoft.com/office/drawing/2014/main" id="{DC30B36F-ECD5-EBE6-59C0-51DF96D98808}"/>
              </a:ext>
            </a:extLst>
          </p:cNvPr>
          <p:cNvSpPr/>
          <p:nvPr/>
        </p:nvSpPr>
        <p:spPr>
          <a:xfrm rot="5400000">
            <a:off x="1510861" y="501407"/>
            <a:ext cx="314873" cy="228296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91E50144-5AA8-E381-9FBE-08F23CB7E54A}"/>
              </a:ext>
            </a:extLst>
          </p:cNvPr>
          <p:cNvSpPr txBox="1"/>
          <p:nvPr/>
        </p:nvSpPr>
        <p:spPr>
          <a:xfrm>
            <a:off x="549831" y="1542244"/>
            <a:ext cx="1650715"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15" name="Rechteck 14">
            <a:extLst>
              <a:ext uri="{FF2B5EF4-FFF2-40B4-BE49-F238E27FC236}">
                <a16:creationId xmlns:a16="http://schemas.microsoft.com/office/drawing/2014/main" id="{ADDFE235-2400-D1F9-FE87-C0ABED2A8D0D}"/>
              </a:ext>
            </a:extLst>
          </p:cNvPr>
          <p:cNvSpPr/>
          <p:nvPr/>
        </p:nvSpPr>
        <p:spPr>
          <a:xfrm rot="5400000">
            <a:off x="690582" y="898560"/>
            <a:ext cx="314873" cy="642415"/>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2E02FC80-8673-7DFE-9D76-D886A426CFFE}"/>
              </a:ext>
            </a:extLst>
          </p:cNvPr>
          <p:cNvSpPr txBox="1"/>
          <p:nvPr/>
        </p:nvSpPr>
        <p:spPr>
          <a:xfrm>
            <a:off x="549831" y="1115985"/>
            <a:ext cx="642415" cy="184666"/>
          </a:xfrm>
          <a:prstGeom prst="rect">
            <a:avLst/>
          </a:prstGeom>
          <a:noFill/>
        </p:spPr>
        <p:txBody>
          <a:bodyPr wrap="square" lIns="0" tIns="0" rIns="0" bIns="0" rtlCol="0">
            <a:spAutoFit/>
          </a:bodyPr>
          <a:lstStyle/>
          <a:p>
            <a:pPr algn="l"/>
            <a:r>
              <a:rPr lang="de-DE" sz="1200" b="1" dirty="0">
                <a:solidFill>
                  <a:schemeClr val="bg1"/>
                </a:solidFill>
              </a:rPr>
              <a:t>Aktuell</a:t>
            </a:r>
          </a:p>
        </p:txBody>
      </p:sp>
      <p:sp>
        <p:nvSpPr>
          <p:cNvPr id="27" name="Textfeld 26">
            <a:extLst>
              <a:ext uri="{FF2B5EF4-FFF2-40B4-BE49-F238E27FC236}">
                <a16:creationId xmlns:a16="http://schemas.microsoft.com/office/drawing/2014/main" id="{A972FB0A-5456-5E91-DC13-1981FE347F0F}"/>
              </a:ext>
            </a:extLst>
          </p:cNvPr>
          <p:cNvSpPr txBox="1"/>
          <p:nvPr/>
        </p:nvSpPr>
        <p:spPr>
          <a:xfrm>
            <a:off x="1848633" y="4268114"/>
            <a:ext cx="2209017" cy="892552"/>
          </a:xfrm>
          <a:prstGeom prst="rect">
            <a:avLst/>
          </a:prstGeom>
          <a:noFill/>
        </p:spPr>
        <p:txBody>
          <a:bodyPr wrap="square">
            <a:spAutoFit/>
          </a:bodyPr>
          <a:lstStyle/>
          <a:p>
            <a:pPr algn="l"/>
            <a:r>
              <a:rPr lang="de-DE" sz="2000" b="1" dirty="0">
                <a:solidFill>
                  <a:schemeClr val="bg2">
                    <a:lumMod val="50000"/>
                  </a:schemeClr>
                </a:solidFill>
              </a:rPr>
              <a:t>Sehr hohe Heizlast</a:t>
            </a:r>
          </a:p>
          <a:p>
            <a:pPr algn="l"/>
            <a:r>
              <a:rPr lang="de-DE" sz="1600" dirty="0">
                <a:solidFill>
                  <a:schemeClr val="bg2">
                    <a:lumMod val="50000"/>
                  </a:schemeClr>
                </a:solidFill>
              </a:rPr>
              <a:t>1.200 Watt </a:t>
            </a:r>
          </a:p>
          <a:p>
            <a:pPr algn="l"/>
            <a:r>
              <a:rPr lang="de-DE" sz="1600" dirty="0">
                <a:solidFill>
                  <a:schemeClr val="bg2">
                    <a:lumMod val="50000"/>
                  </a:schemeClr>
                </a:solidFill>
              </a:rPr>
              <a:t>100 W/m²</a:t>
            </a:r>
          </a:p>
        </p:txBody>
      </p:sp>
      <p:sp>
        <p:nvSpPr>
          <p:cNvPr id="6" name="Textfeld 5">
            <a:extLst>
              <a:ext uri="{FF2B5EF4-FFF2-40B4-BE49-F238E27FC236}">
                <a16:creationId xmlns:a16="http://schemas.microsoft.com/office/drawing/2014/main" id="{96B0BECE-FB89-E194-7439-A707A95DE111}"/>
              </a:ext>
            </a:extLst>
          </p:cNvPr>
          <p:cNvSpPr txBox="1"/>
          <p:nvPr/>
        </p:nvSpPr>
        <p:spPr>
          <a:xfrm>
            <a:off x="1848633" y="6032430"/>
            <a:ext cx="2209017" cy="892552"/>
          </a:xfrm>
          <a:prstGeom prst="rect">
            <a:avLst/>
          </a:prstGeom>
          <a:noFill/>
        </p:spPr>
        <p:txBody>
          <a:bodyPr wrap="square">
            <a:spAutoFit/>
          </a:bodyPr>
          <a:lstStyle/>
          <a:p>
            <a:pPr algn="l"/>
            <a:r>
              <a:rPr lang="de-DE" sz="2000" b="1" dirty="0">
                <a:solidFill>
                  <a:schemeClr val="bg2">
                    <a:lumMod val="50000"/>
                  </a:schemeClr>
                </a:solidFill>
              </a:rPr>
              <a:t>Heizkörper</a:t>
            </a:r>
          </a:p>
          <a:p>
            <a:pPr algn="l"/>
            <a:r>
              <a:rPr lang="de-DE" sz="1600" dirty="0">
                <a:solidFill>
                  <a:schemeClr val="bg2">
                    <a:lumMod val="50000"/>
                  </a:schemeClr>
                </a:solidFill>
              </a:rPr>
              <a:t>550 Watt</a:t>
            </a:r>
          </a:p>
          <a:p>
            <a:pPr algn="l"/>
            <a:r>
              <a:rPr lang="de-DE" sz="1600" dirty="0">
                <a:solidFill>
                  <a:schemeClr val="bg2">
                    <a:lumMod val="50000"/>
                  </a:schemeClr>
                </a:solidFill>
              </a:rPr>
              <a:t>40 % Deckungsgrad</a:t>
            </a:r>
          </a:p>
        </p:txBody>
      </p:sp>
      <p:sp>
        <p:nvSpPr>
          <p:cNvPr id="16" name="Textfeld 15">
            <a:extLst>
              <a:ext uri="{FF2B5EF4-FFF2-40B4-BE49-F238E27FC236}">
                <a16:creationId xmlns:a16="http://schemas.microsoft.com/office/drawing/2014/main" id="{88B89CEE-82F3-F1D1-44D8-3F552CDF2D46}"/>
              </a:ext>
            </a:extLst>
          </p:cNvPr>
          <p:cNvSpPr txBox="1"/>
          <p:nvPr/>
        </p:nvSpPr>
        <p:spPr>
          <a:xfrm>
            <a:off x="4057650" y="982855"/>
            <a:ext cx="4572000" cy="1384995"/>
          </a:xfrm>
          <a:prstGeom prst="rect">
            <a:avLst/>
          </a:prstGeom>
          <a:noFill/>
        </p:spPr>
        <p:txBody>
          <a:bodyPr wrap="square">
            <a:spAutoFit/>
          </a:bodyPr>
          <a:lstStyle/>
          <a:p>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Nicht niedertemperaturfähig (NT-</a:t>
            </a:r>
            <a:r>
              <a:rPr lang="de-DE" sz="1400" b="1" kern="100" dirty="0" err="1">
                <a:solidFill>
                  <a:srgbClr val="3C6C7F"/>
                </a:solidFill>
                <a:effectLst/>
                <a:latin typeface="Aptos" panose="020B0004020202020204" pitchFamily="34" charset="0"/>
                <a:ea typeface="Aptos" panose="020B0004020202020204" pitchFamily="34" charset="0"/>
                <a:cs typeface="Times New Roman" panose="02020603050405020304" pitchFamily="18" charset="0"/>
              </a:rPr>
              <a:t>ready</a:t>
            </a:r>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a:t>
            </a:r>
          </a:p>
          <a:p>
            <a:r>
              <a:rPr lang="de-DE" sz="1400" dirty="0"/>
              <a:t>Noch nicht geeignet, sehr hohe Vorlauftemperatur nötig.</a:t>
            </a:r>
          </a:p>
          <a:p>
            <a:r>
              <a:rPr lang="de-DE" sz="1400" dirty="0"/>
              <a:t>In diesem Zustand kann der Raum nur sehr ineffizient mit einer Wärmepumpe beheizt werden – der Stromverbrauch wäre deutlich zu hoch. Nachfolgend finden Sie Hinweise, wie sich die Eignung Ihres Gebäudes verbessern lässt. </a:t>
            </a:r>
          </a:p>
        </p:txBody>
      </p:sp>
      <p:sp>
        <p:nvSpPr>
          <p:cNvPr id="19" name="Textfeld 18">
            <a:extLst>
              <a:ext uri="{FF2B5EF4-FFF2-40B4-BE49-F238E27FC236}">
                <a16:creationId xmlns:a16="http://schemas.microsoft.com/office/drawing/2014/main" id="{00C2AA0D-478F-125D-097C-7FE9ED010ED7}"/>
              </a:ext>
            </a:extLst>
          </p:cNvPr>
          <p:cNvSpPr txBox="1"/>
          <p:nvPr/>
        </p:nvSpPr>
        <p:spPr>
          <a:xfrm>
            <a:off x="4057650" y="4268114"/>
            <a:ext cx="4572000" cy="1384995"/>
          </a:xfrm>
          <a:prstGeom prst="rect">
            <a:avLst/>
          </a:prstGeom>
          <a:noFill/>
        </p:spPr>
        <p:txBody>
          <a:bodyPr wrap="square">
            <a:spAutoFit/>
          </a:bodyPr>
          <a:lstStyle/>
          <a:p>
            <a:r>
              <a:rPr lang="de-DE" sz="1400" b="1" dirty="0">
                <a:solidFill>
                  <a:srgbClr val="3C6C7F"/>
                </a:solidFill>
              </a:rPr>
              <a:t>Schlecht geeignet ohne Maßnahmen</a:t>
            </a:r>
          </a:p>
          <a:p>
            <a:r>
              <a:rPr lang="de-DE" sz="1400" dirty="0"/>
              <a:t>Jetzt ist Optimierung gefragt.</a:t>
            </a:r>
          </a:p>
          <a:p>
            <a:r>
              <a:rPr lang="de-DE" sz="1400" dirty="0"/>
              <a:t>Die Heizlast ist sehr hoch. Für den sinnvollen Einsatz einer Wärmepumpe ist eine energetische Verbesserung der Gebäudehülle – insbesondere durch [Dämmung der Außenwand und … ] – voraussichtlich notwendig.</a:t>
            </a:r>
          </a:p>
        </p:txBody>
      </p:sp>
      <p:sp>
        <p:nvSpPr>
          <p:cNvPr id="20" name="Textfeld 19">
            <a:extLst>
              <a:ext uri="{FF2B5EF4-FFF2-40B4-BE49-F238E27FC236}">
                <a16:creationId xmlns:a16="http://schemas.microsoft.com/office/drawing/2014/main" id="{E607EE6F-8679-1BF0-6F79-D21363241B0E}"/>
              </a:ext>
            </a:extLst>
          </p:cNvPr>
          <p:cNvSpPr txBox="1"/>
          <p:nvPr/>
        </p:nvSpPr>
        <p:spPr>
          <a:xfrm>
            <a:off x="1848633" y="7048093"/>
            <a:ext cx="2209017" cy="892552"/>
          </a:xfrm>
          <a:prstGeom prst="rect">
            <a:avLst/>
          </a:prstGeom>
          <a:noFill/>
        </p:spPr>
        <p:txBody>
          <a:bodyPr wrap="square">
            <a:spAutoFit/>
          </a:bodyPr>
          <a:lstStyle/>
          <a:p>
            <a:pPr algn="l"/>
            <a:r>
              <a:rPr lang="de-DE" sz="2000" b="1" dirty="0">
                <a:solidFill>
                  <a:schemeClr val="bg2">
                    <a:lumMod val="50000"/>
                  </a:schemeClr>
                </a:solidFill>
              </a:rPr>
              <a:t>Heizkörpertausch</a:t>
            </a:r>
          </a:p>
          <a:p>
            <a:r>
              <a:rPr lang="de-DE" sz="1600" dirty="0">
                <a:solidFill>
                  <a:schemeClr val="bg2">
                    <a:lumMod val="50000"/>
                  </a:schemeClr>
                </a:solidFill>
              </a:rPr>
              <a:t>1.100 Watt bei Typ 33</a:t>
            </a:r>
          </a:p>
          <a:p>
            <a:pPr algn="l"/>
            <a:r>
              <a:rPr lang="de-DE" sz="1600" dirty="0">
                <a:solidFill>
                  <a:schemeClr val="bg2">
                    <a:lumMod val="50000"/>
                  </a:schemeClr>
                </a:solidFill>
              </a:rPr>
              <a:t>90 % Deckungsgrad</a:t>
            </a:r>
          </a:p>
        </p:txBody>
      </p:sp>
      <p:sp>
        <p:nvSpPr>
          <p:cNvPr id="22" name="Textfeld 21">
            <a:extLst>
              <a:ext uri="{FF2B5EF4-FFF2-40B4-BE49-F238E27FC236}">
                <a16:creationId xmlns:a16="http://schemas.microsoft.com/office/drawing/2014/main" id="{D6733015-0D5E-3ECC-3193-8ACD75DBD91E}"/>
              </a:ext>
            </a:extLst>
          </p:cNvPr>
          <p:cNvSpPr txBox="1"/>
          <p:nvPr/>
        </p:nvSpPr>
        <p:spPr>
          <a:xfrm>
            <a:off x="4057650" y="6032430"/>
            <a:ext cx="4572000" cy="1384995"/>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a:t>
            </a:r>
          </a:p>
        </p:txBody>
      </p:sp>
      <p:pic>
        <p:nvPicPr>
          <p:cNvPr id="41" name="Grafik 40">
            <a:extLst>
              <a:ext uri="{FF2B5EF4-FFF2-40B4-BE49-F238E27FC236}">
                <a16:creationId xmlns:a16="http://schemas.microsoft.com/office/drawing/2014/main" id="{4A9A2EE1-5A60-F088-33F9-057B4C7012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728" y="6133915"/>
            <a:ext cx="714598" cy="714598"/>
          </a:xfrm>
          <a:prstGeom prst="rect">
            <a:avLst/>
          </a:prstGeom>
        </p:spPr>
      </p:pic>
      <p:pic>
        <p:nvPicPr>
          <p:cNvPr id="46" name="Grafik 45">
            <a:extLst>
              <a:ext uri="{FF2B5EF4-FFF2-40B4-BE49-F238E27FC236}">
                <a16:creationId xmlns:a16="http://schemas.microsoft.com/office/drawing/2014/main" id="{10F93360-BD9E-6B9E-7551-1735A92259C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26811" y="4284884"/>
            <a:ext cx="530489" cy="491061"/>
          </a:xfrm>
          <a:prstGeom prst="rect">
            <a:avLst/>
          </a:prstGeom>
        </p:spPr>
      </p:pic>
      <p:pic>
        <p:nvPicPr>
          <p:cNvPr id="47" name="Grafik 46">
            <a:extLst>
              <a:ext uri="{FF2B5EF4-FFF2-40B4-BE49-F238E27FC236}">
                <a16:creationId xmlns:a16="http://schemas.microsoft.com/office/drawing/2014/main" id="{E04CDFC6-FF2F-B1A3-D9C8-C443FE5185F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253958" y="4284884"/>
            <a:ext cx="463619" cy="490301"/>
          </a:xfrm>
          <a:prstGeom prst="rect">
            <a:avLst/>
          </a:prstGeom>
        </p:spPr>
      </p:pic>
      <p:pic>
        <p:nvPicPr>
          <p:cNvPr id="48" name="Grafik 47">
            <a:extLst>
              <a:ext uri="{FF2B5EF4-FFF2-40B4-BE49-F238E27FC236}">
                <a16:creationId xmlns:a16="http://schemas.microsoft.com/office/drawing/2014/main" id="{2E739B46-A622-91D2-C684-F7DE5219EDF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250195" y="4960611"/>
            <a:ext cx="430585" cy="490301"/>
          </a:xfrm>
          <a:prstGeom prst="rect">
            <a:avLst/>
          </a:prstGeom>
        </p:spPr>
      </p:pic>
      <p:pic>
        <p:nvPicPr>
          <p:cNvPr id="49" name="Grafik 48">
            <a:extLst>
              <a:ext uri="{FF2B5EF4-FFF2-40B4-BE49-F238E27FC236}">
                <a16:creationId xmlns:a16="http://schemas.microsoft.com/office/drawing/2014/main" id="{80A65AAA-2833-480C-7955-76A613428A9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26811" y="4960611"/>
            <a:ext cx="497787" cy="490301"/>
          </a:xfrm>
          <a:prstGeom prst="rect">
            <a:avLst/>
          </a:prstGeom>
        </p:spPr>
      </p:pic>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87480" y="5642426"/>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654590" y="5742974"/>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10285" y="5688146"/>
            <a:ext cx="713613" cy="860400"/>
          </a:xfrm>
          <a:prstGeom prst="rect">
            <a:avLst/>
          </a:prstGeom>
        </p:spPr>
      </p:pic>
      <p:pic>
        <p:nvPicPr>
          <p:cNvPr id="95" name="Grafik 94">
            <a:extLst>
              <a:ext uri="{FF2B5EF4-FFF2-40B4-BE49-F238E27FC236}">
                <a16:creationId xmlns:a16="http://schemas.microsoft.com/office/drawing/2014/main" id="{3806126B-A14D-FDDC-F872-90EE9FF602A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16728" y="7168641"/>
            <a:ext cx="713613" cy="860400"/>
          </a:xfrm>
          <a:prstGeom prst="rect">
            <a:avLst/>
          </a:prstGeom>
        </p:spPr>
      </p:pic>
      <p:sp>
        <p:nvSpPr>
          <p:cNvPr id="2" name="Rechteck: abgerundete Ecken 1">
            <a:extLst>
              <a:ext uri="{FF2B5EF4-FFF2-40B4-BE49-F238E27FC236}">
                <a16:creationId xmlns:a16="http://schemas.microsoft.com/office/drawing/2014/main" id="{D83EC349-2D7E-C846-3576-CEFE189897EE}"/>
              </a:ext>
            </a:extLst>
          </p:cNvPr>
          <p:cNvSpPr/>
          <p:nvPr/>
        </p:nvSpPr>
        <p:spPr>
          <a:xfrm>
            <a:off x="382866" y="4169262"/>
            <a:ext cx="8246784" cy="1543830"/>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abgerundete Ecken 7">
            <a:extLst>
              <a:ext uri="{FF2B5EF4-FFF2-40B4-BE49-F238E27FC236}">
                <a16:creationId xmlns:a16="http://schemas.microsoft.com/office/drawing/2014/main" id="{58FE5A2E-6CAA-7F5A-F3D4-A2CD2736A226}"/>
              </a:ext>
            </a:extLst>
          </p:cNvPr>
          <p:cNvSpPr/>
          <p:nvPr/>
        </p:nvSpPr>
        <p:spPr>
          <a:xfrm>
            <a:off x="382866" y="5972448"/>
            <a:ext cx="8246784" cy="2172799"/>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Ellipse 9">
            <a:extLst>
              <a:ext uri="{FF2B5EF4-FFF2-40B4-BE49-F238E27FC236}">
                <a16:creationId xmlns:a16="http://schemas.microsoft.com/office/drawing/2014/main" id="{9E946F1E-9C70-A85A-D0FE-B943C545D9B6}"/>
              </a:ext>
            </a:extLst>
          </p:cNvPr>
          <p:cNvSpPr/>
          <p:nvPr/>
        </p:nvSpPr>
        <p:spPr>
          <a:xfrm>
            <a:off x="8026334" y="864504"/>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R1</a:t>
            </a:r>
          </a:p>
        </p:txBody>
      </p:sp>
      <p:sp>
        <p:nvSpPr>
          <p:cNvPr id="18" name="Ellipse 17">
            <a:extLst>
              <a:ext uri="{FF2B5EF4-FFF2-40B4-BE49-F238E27FC236}">
                <a16:creationId xmlns:a16="http://schemas.microsoft.com/office/drawing/2014/main" id="{CEA4F4E8-91A0-A3B5-CE21-D4AE931AE41D}"/>
              </a:ext>
            </a:extLst>
          </p:cNvPr>
          <p:cNvSpPr/>
          <p:nvPr/>
        </p:nvSpPr>
        <p:spPr>
          <a:xfrm>
            <a:off x="8026334" y="4268638"/>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R2</a:t>
            </a:r>
          </a:p>
        </p:txBody>
      </p:sp>
      <p:sp>
        <p:nvSpPr>
          <p:cNvPr id="21" name="Ellipse 20">
            <a:extLst>
              <a:ext uri="{FF2B5EF4-FFF2-40B4-BE49-F238E27FC236}">
                <a16:creationId xmlns:a16="http://schemas.microsoft.com/office/drawing/2014/main" id="{CB914FFD-CCF7-884D-EB81-D899A1F3C2B0}"/>
              </a:ext>
            </a:extLst>
          </p:cNvPr>
          <p:cNvSpPr/>
          <p:nvPr/>
        </p:nvSpPr>
        <p:spPr>
          <a:xfrm>
            <a:off x="8026334" y="6031012"/>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sp>
        <p:nvSpPr>
          <p:cNvPr id="23" name="Rechteck: abgerundete Ecken 22">
            <a:extLst>
              <a:ext uri="{FF2B5EF4-FFF2-40B4-BE49-F238E27FC236}">
                <a16:creationId xmlns:a16="http://schemas.microsoft.com/office/drawing/2014/main" id="{4324DEEE-10A9-F001-33C5-83C79948BA51}"/>
              </a:ext>
            </a:extLst>
          </p:cNvPr>
          <p:cNvSpPr/>
          <p:nvPr/>
        </p:nvSpPr>
        <p:spPr>
          <a:xfrm>
            <a:off x="382866" y="2556666"/>
            <a:ext cx="8246784" cy="1350416"/>
          </a:xfrm>
          <a:prstGeom prst="roundRect">
            <a:avLst/>
          </a:prstGeom>
          <a:noFill/>
          <a:ln w="19050">
            <a:solidFill>
              <a:srgbClr val="C940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Textfeld 23">
            <a:extLst>
              <a:ext uri="{FF2B5EF4-FFF2-40B4-BE49-F238E27FC236}">
                <a16:creationId xmlns:a16="http://schemas.microsoft.com/office/drawing/2014/main" id="{374B022C-2DBB-42B8-4986-99E8ACC1C6AA}"/>
              </a:ext>
            </a:extLst>
          </p:cNvPr>
          <p:cNvSpPr txBox="1"/>
          <p:nvPr/>
        </p:nvSpPr>
        <p:spPr>
          <a:xfrm>
            <a:off x="549831" y="2582069"/>
            <a:ext cx="7887159" cy="1384995"/>
          </a:xfrm>
          <a:prstGeom prst="rect">
            <a:avLst/>
          </a:prstGeom>
          <a:noFill/>
        </p:spPr>
        <p:txBody>
          <a:bodyPr wrap="square">
            <a:spAutoFit/>
          </a:bodyPr>
          <a:lstStyle/>
          <a:p>
            <a:r>
              <a:rPr lang="de-DE" sz="1400" b="1" kern="100" dirty="0">
                <a:solidFill>
                  <a:srgbClr val="C9401B"/>
                </a:solidFill>
                <a:effectLst/>
                <a:latin typeface="Aptos" panose="020B0004020202020204" pitchFamily="34" charset="0"/>
                <a:ea typeface="Aptos" panose="020B0004020202020204" pitchFamily="34" charset="0"/>
                <a:cs typeface="Times New Roman" panose="02020603050405020304" pitchFamily="18" charset="0"/>
              </a:rPr>
              <a:t>Achtung! Hohe Raumtemperatur gewählt</a:t>
            </a:r>
          </a:p>
          <a:p>
            <a:r>
              <a:rPr lang="de-DE" sz="1400" dirty="0"/>
              <a:t>Die angegebene Raumtemperatur ist vergleichsweise hoch. </a:t>
            </a:r>
          </a:p>
          <a:p>
            <a:r>
              <a:rPr lang="de-DE" sz="1400" dirty="0"/>
              <a:t>Typischerweise werden 20 °C in Wohnräumen und 24 °C in Bädern angesetzt. </a:t>
            </a:r>
          </a:p>
          <a:p>
            <a:r>
              <a:rPr lang="de-DE" sz="1400" dirty="0"/>
              <a:t>Handelt es sich um ein Badezimmer? Testen Sie die Eignung bei 20 °C Raumtemperatur. Sollte die Heizfläche dann ausreichen, genügt es zumeist, dass an sehr kalten Tagen mit einem Infrarotstrahler oder einem Heizlüfter unterstützt wird. </a:t>
            </a:r>
          </a:p>
        </p:txBody>
      </p:sp>
      <p:sp>
        <p:nvSpPr>
          <p:cNvPr id="26" name="Ellipse 25">
            <a:extLst>
              <a:ext uri="{FF2B5EF4-FFF2-40B4-BE49-F238E27FC236}">
                <a16:creationId xmlns:a16="http://schemas.microsoft.com/office/drawing/2014/main" id="{04CADDE8-C6D9-FDD6-DA77-DA5AC7791F81}"/>
              </a:ext>
            </a:extLst>
          </p:cNvPr>
          <p:cNvSpPr/>
          <p:nvPr/>
        </p:nvSpPr>
        <p:spPr>
          <a:xfrm>
            <a:off x="8026334" y="2596112"/>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RW</a:t>
            </a:r>
          </a:p>
        </p:txBody>
      </p:sp>
      <p:sp>
        <p:nvSpPr>
          <p:cNvPr id="28" name="Rechteck 27">
            <a:extLst>
              <a:ext uri="{FF2B5EF4-FFF2-40B4-BE49-F238E27FC236}">
                <a16:creationId xmlns:a16="http://schemas.microsoft.com/office/drawing/2014/main" id="{7F685D75-F935-84EE-B844-286912769497}"/>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2</a:t>
            </a:r>
          </a:p>
        </p:txBody>
      </p:sp>
    </p:spTree>
    <p:extLst>
      <p:ext uri="{BB962C8B-B14F-4D97-AF65-F5344CB8AC3E}">
        <p14:creationId xmlns:p14="http://schemas.microsoft.com/office/powerpoint/2010/main" val="100650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0" name="Gruppieren 59">
            <a:extLst>
              <a:ext uri="{FF2B5EF4-FFF2-40B4-BE49-F238E27FC236}">
                <a16:creationId xmlns:a16="http://schemas.microsoft.com/office/drawing/2014/main" id="{9B60E071-42D7-8F5D-9A28-CA10F0C00936}"/>
              </a:ext>
            </a:extLst>
          </p:cNvPr>
          <p:cNvGrpSpPr/>
          <p:nvPr/>
        </p:nvGrpSpPr>
        <p:grpSpPr>
          <a:xfrm>
            <a:off x="526811" y="2785035"/>
            <a:ext cx="3212036" cy="3363500"/>
            <a:chOff x="526811" y="2396743"/>
            <a:chExt cx="3212036" cy="1007660"/>
          </a:xfrm>
        </p:grpSpPr>
        <p:cxnSp>
          <p:nvCxnSpPr>
            <p:cNvPr id="45" name="Gerader Verbinder 44">
              <a:extLst>
                <a:ext uri="{FF2B5EF4-FFF2-40B4-BE49-F238E27FC236}">
                  <a16:creationId xmlns:a16="http://schemas.microsoft.com/office/drawing/2014/main" id="{B187E012-A53F-78BC-BECF-D9F7047C876D}"/>
                </a:ext>
              </a:extLst>
            </p:cNvPr>
            <p:cNvCxnSpPr>
              <a:cxnSpLocks/>
            </p:cNvCxnSpPr>
            <p:nvPr/>
          </p:nvCxnSpPr>
          <p:spPr>
            <a:xfrm flipH="1" flipV="1">
              <a:off x="526811" y="2396743"/>
              <a:ext cx="3"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68208826-1BA2-2AB0-6CAD-83F2EEE61E41}"/>
                </a:ext>
              </a:extLst>
            </p:cNvPr>
            <p:cNvCxnSpPr>
              <a:cxnSpLocks/>
            </p:cNvCxnSpPr>
            <p:nvPr/>
          </p:nvCxnSpPr>
          <p:spPr>
            <a:xfrm flipV="1">
              <a:off x="1329822" y="2396743"/>
              <a:ext cx="0"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85517BC3-C4DA-F7EC-93DE-5EB5DD557DAC}"/>
                </a:ext>
              </a:extLst>
            </p:cNvPr>
            <p:cNvCxnSpPr>
              <a:cxnSpLocks/>
            </p:cNvCxnSpPr>
            <p:nvPr/>
          </p:nvCxnSpPr>
          <p:spPr>
            <a:xfrm flipV="1">
              <a:off x="2132830" y="2396743"/>
              <a:ext cx="422" cy="1007660"/>
            </a:xfrm>
            <a:prstGeom prst="line">
              <a:avLst/>
            </a:prstGeom>
            <a:ln w="1270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F57814FB-FD9A-7F35-25A6-2C8E33F021E1}"/>
                </a:ext>
              </a:extLst>
            </p:cNvPr>
            <p:cNvCxnSpPr>
              <a:cxnSpLocks/>
            </p:cNvCxnSpPr>
            <p:nvPr/>
          </p:nvCxnSpPr>
          <p:spPr>
            <a:xfrm flipV="1">
              <a:off x="2935838" y="2396743"/>
              <a:ext cx="1" cy="1007660"/>
            </a:xfrm>
            <a:prstGeom prst="line">
              <a:avLst/>
            </a:prstGeom>
            <a:ln w="1270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F78901F-C81E-53B9-F72F-2459A09BDABC}"/>
                </a:ext>
              </a:extLst>
            </p:cNvPr>
            <p:cNvCxnSpPr>
              <a:cxnSpLocks/>
            </p:cNvCxnSpPr>
            <p:nvPr/>
          </p:nvCxnSpPr>
          <p:spPr>
            <a:xfrm flipH="1" flipV="1">
              <a:off x="3736581" y="2396743"/>
              <a:ext cx="2266" cy="1007660"/>
            </a:xfrm>
            <a:prstGeom prst="line">
              <a:avLst/>
            </a:prstGeom>
            <a:ln w="1270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27" name="Textfeld 26">
            <a:extLst>
              <a:ext uri="{FF2B5EF4-FFF2-40B4-BE49-F238E27FC236}">
                <a16:creationId xmlns:a16="http://schemas.microsoft.com/office/drawing/2014/main" id="{A972FB0A-5456-5E91-DC13-1981FE347F0F}"/>
              </a:ext>
            </a:extLst>
          </p:cNvPr>
          <p:cNvSpPr txBox="1"/>
          <p:nvPr/>
        </p:nvSpPr>
        <p:spPr>
          <a:xfrm>
            <a:off x="1848633" y="897762"/>
            <a:ext cx="2209017" cy="892552"/>
          </a:xfrm>
          <a:prstGeom prst="rect">
            <a:avLst/>
          </a:prstGeom>
          <a:noFill/>
        </p:spPr>
        <p:txBody>
          <a:bodyPr wrap="square">
            <a:spAutoFit/>
          </a:bodyPr>
          <a:lstStyle/>
          <a:p>
            <a:pPr algn="l"/>
            <a:r>
              <a:rPr lang="de-DE" sz="2000" b="1" dirty="0">
                <a:solidFill>
                  <a:schemeClr val="bg2">
                    <a:lumMod val="50000"/>
                  </a:schemeClr>
                </a:solidFill>
              </a:rPr>
              <a:t>Sehr hohe Heizlast</a:t>
            </a:r>
          </a:p>
          <a:p>
            <a:pPr algn="l"/>
            <a:r>
              <a:rPr lang="de-DE" sz="1600" dirty="0">
                <a:solidFill>
                  <a:schemeClr val="bg2">
                    <a:lumMod val="50000"/>
                  </a:schemeClr>
                </a:solidFill>
              </a:rPr>
              <a:t>1.200 Watt </a:t>
            </a:r>
          </a:p>
          <a:p>
            <a:pPr algn="l"/>
            <a:r>
              <a:rPr lang="de-DE" sz="1600" dirty="0">
                <a:solidFill>
                  <a:schemeClr val="bg2">
                    <a:lumMod val="50000"/>
                  </a:schemeClr>
                </a:solidFill>
              </a:rPr>
              <a:t>100 W/m²</a:t>
            </a:r>
          </a:p>
        </p:txBody>
      </p:sp>
      <p:sp>
        <p:nvSpPr>
          <p:cNvPr id="6" name="Textfeld 5">
            <a:extLst>
              <a:ext uri="{FF2B5EF4-FFF2-40B4-BE49-F238E27FC236}">
                <a16:creationId xmlns:a16="http://schemas.microsoft.com/office/drawing/2014/main" id="{96B0BECE-FB89-E194-7439-A707A95DE111}"/>
              </a:ext>
            </a:extLst>
          </p:cNvPr>
          <p:cNvSpPr txBox="1"/>
          <p:nvPr/>
        </p:nvSpPr>
        <p:spPr>
          <a:xfrm>
            <a:off x="11473157" y="1790314"/>
            <a:ext cx="2209017" cy="892552"/>
          </a:xfrm>
          <a:prstGeom prst="rect">
            <a:avLst/>
          </a:prstGeom>
          <a:noFill/>
        </p:spPr>
        <p:txBody>
          <a:bodyPr wrap="square">
            <a:spAutoFit/>
          </a:bodyPr>
          <a:lstStyle/>
          <a:p>
            <a:pPr algn="l"/>
            <a:r>
              <a:rPr lang="de-DE" sz="2000" b="1" dirty="0">
                <a:solidFill>
                  <a:schemeClr val="bg2">
                    <a:lumMod val="50000"/>
                  </a:schemeClr>
                </a:solidFill>
              </a:rPr>
              <a:t>Heizkörper</a:t>
            </a:r>
          </a:p>
          <a:p>
            <a:pPr algn="l"/>
            <a:r>
              <a:rPr lang="de-DE" sz="1600" dirty="0">
                <a:solidFill>
                  <a:schemeClr val="bg2">
                    <a:lumMod val="50000"/>
                  </a:schemeClr>
                </a:solidFill>
              </a:rPr>
              <a:t>550 Watt</a:t>
            </a:r>
          </a:p>
          <a:p>
            <a:pPr algn="l"/>
            <a:r>
              <a:rPr lang="de-DE" sz="1600" dirty="0">
                <a:solidFill>
                  <a:schemeClr val="bg2">
                    <a:lumMod val="50000"/>
                  </a:schemeClr>
                </a:solidFill>
              </a:rPr>
              <a:t>40 % Deckungsgrad</a:t>
            </a:r>
          </a:p>
        </p:txBody>
      </p:sp>
      <p:sp>
        <p:nvSpPr>
          <p:cNvPr id="16" name="Textfeld 15">
            <a:extLst>
              <a:ext uri="{FF2B5EF4-FFF2-40B4-BE49-F238E27FC236}">
                <a16:creationId xmlns:a16="http://schemas.microsoft.com/office/drawing/2014/main" id="{88B89CEE-82F3-F1D1-44D8-3F552CDF2D46}"/>
              </a:ext>
            </a:extLst>
          </p:cNvPr>
          <p:cNvSpPr txBox="1"/>
          <p:nvPr/>
        </p:nvSpPr>
        <p:spPr>
          <a:xfrm>
            <a:off x="4057650" y="2519551"/>
            <a:ext cx="4572000" cy="1384995"/>
          </a:xfrm>
          <a:prstGeom prst="rect">
            <a:avLst/>
          </a:prstGeom>
          <a:noFill/>
        </p:spPr>
        <p:txBody>
          <a:bodyPr wrap="square">
            <a:spAutoFit/>
          </a:bodyPr>
          <a:lstStyle/>
          <a:p>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Nicht niedertemperaturfähig (NT-</a:t>
            </a:r>
            <a:r>
              <a:rPr lang="de-DE" sz="1400" b="1" kern="100" dirty="0" err="1">
                <a:solidFill>
                  <a:srgbClr val="3C6C7F"/>
                </a:solidFill>
                <a:effectLst/>
                <a:latin typeface="Aptos" panose="020B0004020202020204" pitchFamily="34" charset="0"/>
                <a:ea typeface="Aptos" panose="020B0004020202020204" pitchFamily="34" charset="0"/>
                <a:cs typeface="Times New Roman" panose="02020603050405020304" pitchFamily="18" charset="0"/>
              </a:rPr>
              <a:t>ready</a:t>
            </a:r>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a:t>
            </a:r>
          </a:p>
          <a:p>
            <a:r>
              <a:rPr lang="de-DE" sz="1400" dirty="0"/>
              <a:t>Noch nicht geeignet, sehr hohe Vorlauftemperatur nötig.</a:t>
            </a:r>
          </a:p>
          <a:p>
            <a:r>
              <a:rPr lang="de-DE" sz="1400" dirty="0"/>
              <a:t>In diesem Zustand kann der Raum nur sehr ineffizient mit einer Wärmepumpe beheizt werden – der Stromverbrauch wäre deutlich zu hoch. Nachfolgend finden Sie Hinweise, wie sich die Eignung Ihres Gebäudes verbessern lässt. </a:t>
            </a:r>
          </a:p>
        </p:txBody>
      </p:sp>
      <p:sp>
        <p:nvSpPr>
          <p:cNvPr id="19" name="Textfeld 18">
            <a:extLst>
              <a:ext uri="{FF2B5EF4-FFF2-40B4-BE49-F238E27FC236}">
                <a16:creationId xmlns:a16="http://schemas.microsoft.com/office/drawing/2014/main" id="{00C2AA0D-478F-125D-097C-7FE9ED010ED7}"/>
              </a:ext>
            </a:extLst>
          </p:cNvPr>
          <p:cNvSpPr txBox="1"/>
          <p:nvPr/>
        </p:nvSpPr>
        <p:spPr>
          <a:xfrm>
            <a:off x="4057650" y="897762"/>
            <a:ext cx="4572000" cy="1384995"/>
          </a:xfrm>
          <a:prstGeom prst="rect">
            <a:avLst/>
          </a:prstGeom>
          <a:noFill/>
        </p:spPr>
        <p:txBody>
          <a:bodyPr wrap="square">
            <a:spAutoFit/>
          </a:bodyPr>
          <a:lstStyle/>
          <a:p>
            <a:r>
              <a:rPr lang="de-DE" sz="1400" b="1" dirty="0">
                <a:solidFill>
                  <a:srgbClr val="3C6C7F"/>
                </a:solidFill>
              </a:rPr>
              <a:t>Schlecht geeignet ohne Maßnahmen</a:t>
            </a:r>
          </a:p>
          <a:p>
            <a:r>
              <a:rPr lang="de-DE" sz="1400" dirty="0"/>
              <a:t>Jetzt ist Optimierung gefragt.</a:t>
            </a:r>
          </a:p>
          <a:p>
            <a:r>
              <a:rPr lang="de-DE" sz="1400" dirty="0"/>
              <a:t>Die Heizlast ist sehr hoch. Für den sinnvollen Einsatz einer Wärmepumpe ist eine energetische Verbesserung der Gebäudehülle – insbesondere durch [Dämmung der Außenwand und … ] – voraussichtlich notwendig.</a:t>
            </a:r>
          </a:p>
        </p:txBody>
      </p:sp>
      <p:sp>
        <p:nvSpPr>
          <p:cNvPr id="20" name="Textfeld 19">
            <a:extLst>
              <a:ext uri="{FF2B5EF4-FFF2-40B4-BE49-F238E27FC236}">
                <a16:creationId xmlns:a16="http://schemas.microsoft.com/office/drawing/2014/main" id="{E607EE6F-8679-1BF0-6F79-D21363241B0E}"/>
              </a:ext>
            </a:extLst>
          </p:cNvPr>
          <p:cNvSpPr txBox="1"/>
          <p:nvPr/>
        </p:nvSpPr>
        <p:spPr>
          <a:xfrm>
            <a:off x="11473157" y="2805977"/>
            <a:ext cx="2209017" cy="892552"/>
          </a:xfrm>
          <a:prstGeom prst="rect">
            <a:avLst/>
          </a:prstGeom>
          <a:noFill/>
        </p:spPr>
        <p:txBody>
          <a:bodyPr wrap="square">
            <a:spAutoFit/>
          </a:bodyPr>
          <a:lstStyle/>
          <a:p>
            <a:pPr algn="l"/>
            <a:r>
              <a:rPr lang="de-DE" sz="2000" b="1" dirty="0">
                <a:solidFill>
                  <a:schemeClr val="bg2">
                    <a:lumMod val="50000"/>
                  </a:schemeClr>
                </a:solidFill>
              </a:rPr>
              <a:t>Heizkörpertausch</a:t>
            </a:r>
          </a:p>
          <a:p>
            <a:r>
              <a:rPr lang="de-DE" sz="1600" dirty="0">
                <a:solidFill>
                  <a:schemeClr val="bg2">
                    <a:lumMod val="50000"/>
                  </a:schemeClr>
                </a:solidFill>
              </a:rPr>
              <a:t>1.100 Watt bei Typ 33</a:t>
            </a:r>
          </a:p>
          <a:p>
            <a:pPr algn="l"/>
            <a:r>
              <a:rPr lang="de-DE" sz="1600" dirty="0">
                <a:solidFill>
                  <a:schemeClr val="bg2">
                    <a:lumMod val="50000"/>
                  </a:schemeClr>
                </a:solidFill>
              </a:rPr>
              <a:t>90 % Deckungsgrad</a:t>
            </a:r>
          </a:p>
        </p:txBody>
      </p:sp>
      <p:sp>
        <p:nvSpPr>
          <p:cNvPr id="22" name="Textfeld 21">
            <a:extLst>
              <a:ext uri="{FF2B5EF4-FFF2-40B4-BE49-F238E27FC236}">
                <a16:creationId xmlns:a16="http://schemas.microsoft.com/office/drawing/2014/main" id="{D6733015-0D5E-3ECC-3193-8ACD75DBD91E}"/>
              </a:ext>
            </a:extLst>
          </p:cNvPr>
          <p:cNvSpPr txBox="1"/>
          <p:nvPr/>
        </p:nvSpPr>
        <p:spPr>
          <a:xfrm>
            <a:off x="4057650" y="4354559"/>
            <a:ext cx="4572000" cy="1384995"/>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a:t>
            </a:r>
          </a:p>
        </p:txBody>
      </p:sp>
      <p:pic>
        <p:nvPicPr>
          <p:cNvPr id="41" name="Grafik 40">
            <a:extLst>
              <a:ext uri="{FF2B5EF4-FFF2-40B4-BE49-F238E27FC236}">
                <a16:creationId xmlns:a16="http://schemas.microsoft.com/office/drawing/2014/main" id="{4A9A2EE1-5A60-F088-33F9-057B4C7012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41252" y="1891799"/>
            <a:ext cx="714598" cy="714598"/>
          </a:xfrm>
          <a:prstGeom prst="rect">
            <a:avLst/>
          </a:prstGeom>
        </p:spPr>
      </p:pic>
      <p:pic>
        <p:nvPicPr>
          <p:cNvPr id="46" name="Grafik 45">
            <a:extLst>
              <a:ext uri="{FF2B5EF4-FFF2-40B4-BE49-F238E27FC236}">
                <a16:creationId xmlns:a16="http://schemas.microsoft.com/office/drawing/2014/main" id="{10F93360-BD9E-6B9E-7551-1735A92259C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26811" y="914532"/>
            <a:ext cx="530489" cy="491061"/>
          </a:xfrm>
          <a:prstGeom prst="rect">
            <a:avLst/>
          </a:prstGeom>
        </p:spPr>
      </p:pic>
      <p:pic>
        <p:nvPicPr>
          <p:cNvPr id="47" name="Grafik 46">
            <a:extLst>
              <a:ext uri="{FF2B5EF4-FFF2-40B4-BE49-F238E27FC236}">
                <a16:creationId xmlns:a16="http://schemas.microsoft.com/office/drawing/2014/main" id="{E04CDFC6-FF2F-B1A3-D9C8-C443FE5185F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253958" y="914532"/>
            <a:ext cx="463619" cy="490301"/>
          </a:xfrm>
          <a:prstGeom prst="rect">
            <a:avLst/>
          </a:prstGeom>
        </p:spPr>
      </p:pic>
      <p:pic>
        <p:nvPicPr>
          <p:cNvPr id="48" name="Grafik 47">
            <a:extLst>
              <a:ext uri="{FF2B5EF4-FFF2-40B4-BE49-F238E27FC236}">
                <a16:creationId xmlns:a16="http://schemas.microsoft.com/office/drawing/2014/main" id="{2E739B46-A622-91D2-C684-F7DE5219EDF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250195" y="1590259"/>
            <a:ext cx="430585" cy="490301"/>
          </a:xfrm>
          <a:prstGeom prst="rect">
            <a:avLst/>
          </a:prstGeom>
        </p:spPr>
      </p:pic>
      <p:pic>
        <p:nvPicPr>
          <p:cNvPr id="49" name="Grafik 48">
            <a:extLst>
              <a:ext uri="{FF2B5EF4-FFF2-40B4-BE49-F238E27FC236}">
                <a16:creationId xmlns:a16="http://schemas.microsoft.com/office/drawing/2014/main" id="{80A65AAA-2833-480C-7955-76A613428A9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26811" y="1590259"/>
            <a:ext cx="497787" cy="490301"/>
          </a:xfrm>
          <a:prstGeom prst="rect">
            <a:avLst/>
          </a:prstGeom>
        </p:spPr>
      </p:pic>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87480" y="5642426"/>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654590" y="5742974"/>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10285" y="5688146"/>
            <a:ext cx="713613" cy="860400"/>
          </a:xfrm>
          <a:prstGeom prst="rect">
            <a:avLst/>
          </a:prstGeom>
        </p:spPr>
      </p:pic>
      <p:pic>
        <p:nvPicPr>
          <p:cNvPr id="95" name="Grafik 94">
            <a:extLst>
              <a:ext uri="{FF2B5EF4-FFF2-40B4-BE49-F238E27FC236}">
                <a16:creationId xmlns:a16="http://schemas.microsoft.com/office/drawing/2014/main" id="{3806126B-A14D-FDDC-F872-90EE9FF602A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641252" y="2926525"/>
            <a:ext cx="713613" cy="860400"/>
          </a:xfrm>
          <a:prstGeom prst="rect">
            <a:avLst/>
          </a:prstGeom>
        </p:spPr>
      </p:pic>
      <p:sp>
        <p:nvSpPr>
          <p:cNvPr id="97" name="Ellipse 96">
            <a:extLst>
              <a:ext uri="{FF2B5EF4-FFF2-40B4-BE49-F238E27FC236}">
                <a16:creationId xmlns:a16="http://schemas.microsoft.com/office/drawing/2014/main" id="{4AE0E33F-2CDB-8E55-E9BE-8410619D0585}"/>
              </a:ext>
            </a:extLst>
          </p:cNvPr>
          <p:cNvSpPr/>
          <p:nvPr/>
        </p:nvSpPr>
        <p:spPr>
          <a:xfrm>
            <a:off x="8026334" y="2401200"/>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R1</a:t>
            </a:r>
          </a:p>
        </p:txBody>
      </p:sp>
      <p:sp>
        <p:nvSpPr>
          <p:cNvPr id="98" name="Ellipse 97">
            <a:extLst>
              <a:ext uri="{FF2B5EF4-FFF2-40B4-BE49-F238E27FC236}">
                <a16:creationId xmlns:a16="http://schemas.microsoft.com/office/drawing/2014/main" id="{38960222-A857-7108-C352-641BF1093DCE}"/>
              </a:ext>
            </a:extLst>
          </p:cNvPr>
          <p:cNvSpPr/>
          <p:nvPr/>
        </p:nvSpPr>
        <p:spPr>
          <a:xfrm>
            <a:off x="8026334" y="898286"/>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R2</a:t>
            </a:r>
          </a:p>
        </p:txBody>
      </p:sp>
      <p:sp>
        <p:nvSpPr>
          <p:cNvPr id="99" name="Ellipse 98">
            <a:extLst>
              <a:ext uri="{FF2B5EF4-FFF2-40B4-BE49-F238E27FC236}">
                <a16:creationId xmlns:a16="http://schemas.microsoft.com/office/drawing/2014/main" id="{83222BD8-4075-5A19-45E2-A4F9A1335616}"/>
              </a:ext>
            </a:extLst>
          </p:cNvPr>
          <p:cNvSpPr/>
          <p:nvPr/>
        </p:nvSpPr>
        <p:spPr>
          <a:xfrm>
            <a:off x="8026334" y="4353141"/>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sp>
        <p:nvSpPr>
          <p:cNvPr id="18" name="Textfeld 17">
            <a:extLst>
              <a:ext uri="{FF2B5EF4-FFF2-40B4-BE49-F238E27FC236}">
                <a16:creationId xmlns:a16="http://schemas.microsoft.com/office/drawing/2014/main" id="{34E7FB28-92D6-C9AF-4C92-E7A3DF9E52F9}"/>
              </a:ext>
            </a:extLst>
          </p:cNvPr>
          <p:cNvSpPr txBox="1"/>
          <p:nvPr/>
        </p:nvSpPr>
        <p:spPr>
          <a:xfrm>
            <a:off x="545393" y="4485480"/>
            <a:ext cx="1332535"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43" name="Rechteck 42">
            <a:extLst>
              <a:ext uri="{FF2B5EF4-FFF2-40B4-BE49-F238E27FC236}">
                <a16:creationId xmlns:a16="http://schemas.microsoft.com/office/drawing/2014/main" id="{E1ECE922-2ED2-7169-CE58-9CB9E4514909}"/>
              </a:ext>
            </a:extLst>
          </p:cNvPr>
          <p:cNvSpPr/>
          <p:nvPr/>
        </p:nvSpPr>
        <p:spPr>
          <a:xfrm rot="5400000">
            <a:off x="2038228" y="3110058"/>
            <a:ext cx="184668" cy="3207500"/>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43">
            <a:extLst>
              <a:ext uri="{FF2B5EF4-FFF2-40B4-BE49-F238E27FC236}">
                <a16:creationId xmlns:a16="http://schemas.microsoft.com/office/drawing/2014/main" id="{323F8ECE-22D4-32F7-075C-1E4A1871D2A6}"/>
              </a:ext>
            </a:extLst>
          </p:cNvPr>
          <p:cNvSpPr/>
          <p:nvPr/>
        </p:nvSpPr>
        <p:spPr>
          <a:xfrm rot="5400000">
            <a:off x="2038229" y="1834148"/>
            <a:ext cx="184668" cy="3207500"/>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250D025-7E7C-2625-8416-8A9859F7271C}"/>
              </a:ext>
            </a:extLst>
          </p:cNvPr>
          <p:cNvSpPr/>
          <p:nvPr/>
        </p:nvSpPr>
        <p:spPr>
          <a:xfrm rot="5400000">
            <a:off x="2038228" y="4462141"/>
            <a:ext cx="184668" cy="3207500"/>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F6D82C11-19EE-B2BF-312B-4CA70421D755}"/>
              </a:ext>
            </a:extLst>
          </p:cNvPr>
          <p:cNvSpPr/>
          <p:nvPr/>
        </p:nvSpPr>
        <p:spPr>
          <a:xfrm rot="5400000">
            <a:off x="1832045" y="4468635"/>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C7F9EE-A055-D175-095C-5117F8A95288}"/>
              </a:ext>
            </a:extLst>
          </p:cNvPr>
          <p:cNvSpPr/>
          <p:nvPr/>
        </p:nvSpPr>
        <p:spPr>
          <a:xfrm rot="5400000">
            <a:off x="1509248" y="3446254"/>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1864CDA0-1319-C790-2B66-487E2C9F71AE}"/>
              </a:ext>
            </a:extLst>
          </p:cNvPr>
          <p:cNvSpPr/>
          <p:nvPr/>
        </p:nvSpPr>
        <p:spPr>
          <a:xfrm rot="5400000">
            <a:off x="690127" y="2992463"/>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BFF798AF-93F3-E370-039C-33518DBCEC42}"/>
              </a:ext>
            </a:extLst>
          </p:cNvPr>
          <p:cNvSpPr txBox="1"/>
          <p:nvPr/>
        </p:nvSpPr>
        <p:spPr>
          <a:xfrm>
            <a:off x="545393" y="3209434"/>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pic>
        <p:nvPicPr>
          <p:cNvPr id="24" name="Grafik 23">
            <a:extLst>
              <a:ext uri="{FF2B5EF4-FFF2-40B4-BE49-F238E27FC236}">
                <a16:creationId xmlns:a16="http://schemas.microsoft.com/office/drawing/2014/main" id="{5087138F-19F5-8605-80A5-FF244CB20AF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8369" y="5665055"/>
            <a:ext cx="417734" cy="503658"/>
          </a:xfrm>
          <a:prstGeom prst="rect">
            <a:avLst/>
          </a:prstGeom>
        </p:spPr>
      </p:pic>
      <p:pic>
        <p:nvPicPr>
          <p:cNvPr id="26" name="Grafik 25">
            <a:extLst>
              <a:ext uri="{FF2B5EF4-FFF2-40B4-BE49-F238E27FC236}">
                <a16:creationId xmlns:a16="http://schemas.microsoft.com/office/drawing/2014/main" id="{D78D90D9-3572-F18B-86F8-CB7DADB825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369" y="3067978"/>
            <a:ext cx="459190" cy="459190"/>
          </a:xfrm>
          <a:prstGeom prst="rect">
            <a:avLst/>
          </a:prstGeom>
        </p:spPr>
      </p:pic>
      <p:sp>
        <p:nvSpPr>
          <p:cNvPr id="28" name="Textfeld 27">
            <a:extLst>
              <a:ext uri="{FF2B5EF4-FFF2-40B4-BE49-F238E27FC236}">
                <a16:creationId xmlns:a16="http://schemas.microsoft.com/office/drawing/2014/main" id="{2E6C7BD1-93B9-F837-5B02-362EA53D2C89}"/>
              </a:ext>
            </a:extLst>
          </p:cNvPr>
          <p:cNvSpPr txBox="1"/>
          <p:nvPr/>
        </p:nvSpPr>
        <p:spPr>
          <a:xfrm>
            <a:off x="545393" y="5824551"/>
            <a:ext cx="2079530" cy="184666"/>
          </a:xfrm>
          <a:prstGeom prst="rect">
            <a:avLst/>
          </a:prstGeom>
          <a:noFill/>
        </p:spPr>
        <p:txBody>
          <a:bodyPr wrap="square" lIns="0" tIns="0" rIns="0" bIns="0" rtlCol="0">
            <a:spAutoFit/>
          </a:bodyPr>
          <a:lstStyle/>
          <a:p>
            <a:pPr algn="l"/>
            <a:r>
              <a:rPr lang="de-DE" sz="1200" b="1" dirty="0">
                <a:solidFill>
                  <a:schemeClr val="bg1"/>
                </a:solidFill>
              </a:rPr>
              <a:t>Größerer Heizkörper</a:t>
            </a:r>
          </a:p>
        </p:txBody>
      </p:sp>
      <p:pic>
        <p:nvPicPr>
          <p:cNvPr id="40" name="Grafik 39">
            <a:extLst>
              <a:ext uri="{FF2B5EF4-FFF2-40B4-BE49-F238E27FC236}">
                <a16:creationId xmlns:a16="http://schemas.microsoft.com/office/drawing/2014/main" id="{17BF67FD-09C0-E281-78D1-C14EBC3122C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8369" y="4354559"/>
            <a:ext cx="299435" cy="433225"/>
          </a:xfrm>
          <a:prstGeom prst="rect">
            <a:avLst/>
          </a:prstGeom>
        </p:spPr>
      </p:pic>
      <p:sp>
        <p:nvSpPr>
          <p:cNvPr id="42" name="Rechteck 41">
            <a:extLst>
              <a:ext uri="{FF2B5EF4-FFF2-40B4-BE49-F238E27FC236}">
                <a16:creationId xmlns:a16="http://schemas.microsoft.com/office/drawing/2014/main" id="{3C655673-B08A-D4DB-BD27-9889AD2C7279}"/>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3</a:t>
            </a:r>
          </a:p>
        </p:txBody>
      </p:sp>
      <p:sp>
        <p:nvSpPr>
          <p:cNvPr id="54" name="Rechteck 53">
            <a:extLst>
              <a:ext uri="{FF2B5EF4-FFF2-40B4-BE49-F238E27FC236}">
                <a16:creationId xmlns:a16="http://schemas.microsoft.com/office/drawing/2014/main" id="{3285F8C0-E34F-1BBE-8D0A-9CDFB74090F8}"/>
              </a:ext>
            </a:extLst>
          </p:cNvPr>
          <p:cNvSpPr/>
          <p:nvPr/>
        </p:nvSpPr>
        <p:spPr>
          <a:xfrm rot="5400000">
            <a:off x="847474" y="2447728"/>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4C320117-3EFC-C978-0770-8AA5E4C63A7C}"/>
              </a:ext>
            </a:extLst>
          </p:cNvPr>
          <p:cNvSpPr txBox="1"/>
          <p:nvPr/>
        </p:nvSpPr>
        <p:spPr>
          <a:xfrm>
            <a:off x="3013376" y="2575242"/>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56" name="Rechteck 55">
            <a:extLst>
              <a:ext uri="{FF2B5EF4-FFF2-40B4-BE49-F238E27FC236}">
                <a16:creationId xmlns:a16="http://schemas.microsoft.com/office/drawing/2014/main" id="{F7933C19-2533-9AB8-ACFE-94E2039B7779}"/>
              </a:ext>
            </a:extLst>
          </p:cNvPr>
          <p:cNvSpPr/>
          <p:nvPr/>
        </p:nvSpPr>
        <p:spPr>
          <a:xfrm rot="5400000">
            <a:off x="1650482" y="2447728"/>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5951A2A9-A716-64F2-9AC8-0019DF70FD74}"/>
              </a:ext>
            </a:extLst>
          </p:cNvPr>
          <p:cNvSpPr/>
          <p:nvPr/>
        </p:nvSpPr>
        <p:spPr>
          <a:xfrm rot="5400000">
            <a:off x="2453490" y="2447728"/>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7D2A618E-0D7C-0DD0-5200-7D6CD8C73619}"/>
              </a:ext>
            </a:extLst>
          </p:cNvPr>
          <p:cNvSpPr/>
          <p:nvPr/>
        </p:nvSpPr>
        <p:spPr>
          <a:xfrm rot="5400000">
            <a:off x="3256499" y="2447728"/>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3D90839D-5F05-3A51-EFE1-745B48C291DA}"/>
              </a:ext>
            </a:extLst>
          </p:cNvPr>
          <p:cNvSpPr txBox="1"/>
          <p:nvPr/>
        </p:nvSpPr>
        <p:spPr>
          <a:xfrm>
            <a:off x="526813" y="2575245"/>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61" name="Rechteck 60">
            <a:extLst>
              <a:ext uri="{FF2B5EF4-FFF2-40B4-BE49-F238E27FC236}">
                <a16:creationId xmlns:a16="http://schemas.microsoft.com/office/drawing/2014/main" id="{217E427C-CD26-0D3E-D42A-F994D6B78195}"/>
              </a:ext>
            </a:extLst>
          </p:cNvPr>
          <p:cNvSpPr/>
          <p:nvPr/>
        </p:nvSpPr>
        <p:spPr>
          <a:xfrm>
            <a:off x="68369" y="6189915"/>
            <a:ext cx="1713238" cy="62843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Nur darstellen, wenn größerer HK erforderlich</a:t>
            </a:r>
          </a:p>
        </p:txBody>
      </p:sp>
    </p:spTree>
    <p:extLst>
      <p:ext uri="{BB962C8B-B14F-4D97-AF65-F5344CB8AC3E}">
        <p14:creationId xmlns:p14="http://schemas.microsoft.com/office/powerpoint/2010/main" val="3331138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abgerundete Ecken 4">
            <a:extLst>
              <a:ext uri="{FF2B5EF4-FFF2-40B4-BE49-F238E27FC236}">
                <a16:creationId xmlns:a16="http://schemas.microsoft.com/office/drawing/2014/main" id="{F4CF7C74-9A32-2C88-C97C-0F1C61A35904}"/>
              </a:ext>
            </a:extLst>
          </p:cNvPr>
          <p:cNvSpPr/>
          <p:nvPr/>
        </p:nvSpPr>
        <p:spPr>
          <a:xfrm>
            <a:off x="2475044" y="2095358"/>
            <a:ext cx="4260559" cy="780830"/>
          </a:xfrm>
          <a:prstGeom prst="round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60" name="Gruppieren 59">
            <a:extLst>
              <a:ext uri="{FF2B5EF4-FFF2-40B4-BE49-F238E27FC236}">
                <a16:creationId xmlns:a16="http://schemas.microsoft.com/office/drawing/2014/main" id="{9B60E071-42D7-8F5D-9A28-CA10F0C00936}"/>
              </a:ext>
            </a:extLst>
          </p:cNvPr>
          <p:cNvGrpSpPr/>
          <p:nvPr/>
        </p:nvGrpSpPr>
        <p:grpSpPr>
          <a:xfrm>
            <a:off x="526811" y="8434209"/>
            <a:ext cx="3212036" cy="2499549"/>
            <a:chOff x="526811" y="2396743"/>
            <a:chExt cx="3212036" cy="1007660"/>
          </a:xfrm>
        </p:grpSpPr>
        <p:cxnSp>
          <p:nvCxnSpPr>
            <p:cNvPr id="45" name="Gerader Verbinder 44">
              <a:extLst>
                <a:ext uri="{FF2B5EF4-FFF2-40B4-BE49-F238E27FC236}">
                  <a16:creationId xmlns:a16="http://schemas.microsoft.com/office/drawing/2014/main" id="{B187E012-A53F-78BC-BECF-D9F7047C876D}"/>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68208826-1BA2-2AB0-6CAD-83F2EEE61E41}"/>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85517BC3-C4DA-F7EC-93DE-5EB5DD557DAC}"/>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F57814FB-FD9A-7F35-25A6-2C8E33F021E1}"/>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F78901F-C81E-53B9-F72F-2459A09BDABC}"/>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27" name="Textfeld 26">
            <a:extLst>
              <a:ext uri="{FF2B5EF4-FFF2-40B4-BE49-F238E27FC236}">
                <a16:creationId xmlns:a16="http://schemas.microsoft.com/office/drawing/2014/main" id="{A972FB0A-5456-5E91-DC13-1981FE347F0F}"/>
              </a:ext>
            </a:extLst>
          </p:cNvPr>
          <p:cNvSpPr txBox="1"/>
          <p:nvPr/>
        </p:nvSpPr>
        <p:spPr>
          <a:xfrm>
            <a:off x="2537190" y="2136694"/>
            <a:ext cx="4123766" cy="707886"/>
          </a:xfrm>
          <a:prstGeom prst="rect">
            <a:avLst/>
          </a:prstGeom>
          <a:noFill/>
        </p:spPr>
        <p:txBody>
          <a:bodyPr wrap="square">
            <a:spAutoFit/>
          </a:bodyPr>
          <a:lstStyle/>
          <a:p>
            <a:pPr algn="l"/>
            <a:r>
              <a:rPr lang="de-DE" sz="2000" b="1" dirty="0">
                <a:solidFill>
                  <a:schemeClr val="bg1"/>
                </a:solidFill>
              </a:rPr>
              <a:t>Kalkulierte Raumheizlast: </a:t>
            </a:r>
          </a:p>
          <a:p>
            <a:pPr algn="l"/>
            <a:r>
              <a:rPr lang="de-DE" sz="2000" dirty="0">
                <a:solidFill>
                  <a:schemeClr val="bg1"/>
                </a:solidFill>
              </a:rPr>
              <a:t>1.200 Watt | 100 W/m²</a:t>
            </a:r>
          </a:p>
        </p:txBody>
      </p:sp>
      <p:sp>
        <p:nvSpPr>
          <p:cNvPr id="19" name="Textfeld 18">
            <a:extLst>
              <a:ext uri="{FF2B5EF4-FFF2-40B4-BE49-F238E27FC236}">
                <a16:creationId xmlns:a16="http://schemas.microsoft.com/office/drawing/2014/main" id="{00C2AA0D-478F-125D-097C-7FE9ED010ED7}"/>
              </a:ext>
            </a:extLst>
          </p:cNvPr>
          <p:cNvSpPr txBox="1"/>
          <p:nvPr/>
        </p:nvSpPr>
        <p:spPr>
          <a:xfrm>
            <a:off x="3352801" y="3096153"/>
            <a:ext cx="4123766" cy="1600438"/>
          </a:xfrm>
          <a:prstGeom prst="rect">
            <a:avLst/>
          </a:prstGeom>
          <a:noFill/>
        </p:spPr>
        <p:txBody>
          <a:bodyPr wrap="square">
            <a:spAutoFit/>
          </a:bodyPr>
          <a:lstStyle/>
          <a:p>
            <a:r>
              <a:rPr lang="de-DE" sz="1400" b="1" dirty="0">
                <a:solidFill>
                  <a:srgbClr val="3C6C7F"/>
                </a:solidFill>
              </a:rPr>
              <a:t>Noch nicht geeignet ohne Maßnahmen</a:t>
            </a:r>
          </a:p>
          <a:p>
            <a:r>
              <a:rPr lang="de-DE" sz="1400" dirty="0"/>
              <a:t>Jetzt ist Optimierung gefragt.</a:t>
            </a:r>
          </a:p>
          <a:p>
            <a:r>
              <a:rPr lang="de-DE" sz="1400" dirty="0"/>
              <a:t>Die Heizlast ist sehr hoch. Für den sinnvollen Einsatz einer Wärmepumpe ist eine energetische Verbesserung der Gebäudehülle – insbesondere durch [Dämmung der Außenwand und … ] – voraussichtlich notwendig.</a:t>
            </a:r>
          </a:p>
        </p:txBody>
      </p:sp>
      <p:pic>
        <p:nvPicPr>
          <p:cNvPr id="46" name="Grafik 45">
            <a:extLst>
              <a:ext uri="{FF2B5EF4-FFF2-40B4-BE49-F238E27FC236}">
                <a16:creationId xmlns:a16="http://schemas.microsoft.com/office/drawing/2014/main" id="{10F93360-BD9E-6B9E-7551-1735A92259C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732610" y="3192976"/>
            <a:ext cx="530489" cy="491061"/>
          </a:xfrm>
          <a:prstGeom prst="rect">
            <a:avLst/>
          </a:prstGeom>
        </p:spPr>
      </p:pic>
      <p:pic>
        <p:nvPicPr>
          <p:cNvPr id="47" name="Grafik 46">
            <a:extLst>
              <a:ext uri="{FF2B5EF4-FFF2-40B4-BE49-F238E27FC236}">
                <a16:creationId xmlns:a16="http://schemas.microsoft.com/office/drawing/2014/main" id="{E04CDFC6-FF2F-B1A3-D9C8-C443FE5185F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459757" y="3192976"/>
            <a:ext cx="463619" cy="490301"/>
          </a:xfrm>
          <a:prstGeom prst="rect">
            <a:avLst/>
          </a:prstGeom>
        </p:spPr>
      </p:pic>
      <p:pic>
        <p:nvPicPr>
          <p:cNvPr id="48" name="Grafik 47">
            <a:extLst>
              <a:ext uri="{FF2B5EF4-FFF2-40B4-BE49-F238E27FC236}">
                <a16:creationId xmlns:a16="http://schemas.microsoft.com/office/drawing/2014/main" id="{2E739B46-A622-91D2-C684-F7DE5219EDF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455994" y="3868703"/>
            <a:ext cx="430585" cy="490301"/>
          </a:xfrm>
          <a:prstGeom prst="rect">
            <a:avLst/>
          </a:prstGeom>
        </p:spPr>
      </p:pic>
      <p:pic>
        <p:nvPicPr>
          <p:cNvPr id="49" name="Grafik 48">
            <a:extLst>
              <a:ext uri="{FF2B5EF4-FFF2-40B4-BE49-F238E27FC236}">
                <a16:creationId xmlns:a16="http://schemas.microsoft.com/office/drawing/2014/main" id="{80A65AAA-2833-480C-7955-76A613428A9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732610" y="3868703"/>
            <a:ext cx="497787" cy="490301"/>
          </a:xfrm>
          <a:prstGeom prst="rect">
            <a:avLst/>
          </a:prstGeom>
        </p:spPr>
      </p:pic>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68431" y="5714842"/>
            <a:ext cx="713613" cy="860400"/>
          </a:xfrm>
          <a:prstGeom prst="rect">
            <a:avLst/>
          </a:prstGeom>
        </p:spPr>
      </p:pic>
      <p:sp>
        <p:nvSpPr>
          <p:cNvPr id="98" name="Ellipse 97">
            <a:extLst>
              <a:ext uri="{FF2B5EF4-FFF2-40B4-BE49-F238E27FC236}">
                <a16:creationId xmlns:a16="http://schemas.microsoft.com/office/drawing/2014/main" id="{38960222-A857-7108-C352-641BF1093DCE}"/>
              </a:ext>
            </a:extLst>
          </p:cNvPr>
          <p:cNvSpPr/>
          <p:nvPr/>
        </p:nvSpPr>
        <p:spPr>
          <a:xfrm>
            <a:off x="8264611" y="3195333"/>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R2</a:t>
            </a:r>
          </a:p>
        </p:txBody>
      </p:sp>
      <p:sp>
        <p:nvSpPr>
          <p:cNvPr id="18" name="Textfeld 17">
            <a:extLst>
              <a:ext uri="{FF2B5EF4-FFF2-40B4-BE49-F238E27FC236}">
                <a16:creationId xmlns:a16="http://schemas.microsoft.com/office/drawing/2014/main" id="{34E7FB28-92D6-C9AF-4C92-E7A3DF9E52F9}"/>
              </a:ext>
            </a:extLst>
          </p:cNvPr>
          <p:cNvSpPr txBox="1"/>
          <p:nvPr/>
        </p:nvSpPr>
        <p:spPr>
          <a:xfrm>
            <a:off x="545393" y="9734635"/>
            <a:ext cx="1332535"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8" name="Rechteck 7">
            <a:extLst>
              <a:ext uri="{FF2B5EF4-FFF2-40B4-BE49-F238E27FC236}">
                <a16:creationId xmlns:a16="http://schemas.microsoft.com/office/drawing/2014/main" id="{F6D82C11-19EE-B2BF-312B-4CA70421D755}"/>
              </a:ext>
            </a:extLst>
          </p:cNvPr>
          <p:cNvSpPr/>
          <p:nvPr/>
        </p:nvSpPr>
        <p:spPr>
          <a:xfrm rot="5400000">
            <a:off x="1832045" y="932072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C7F9EE-A055-D175-095C-5117F8A95288}"/>
              </a:ext>
            </a:extLst>
          </p:cNvPr>
          <p:cNvSpPr/>
          <p:nvPr/>
        </p:nvSpPr>
        <p:spPr>
          <a:xfrm rot="5400000">
            <a:off x="1509248" y="8695409"/>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1864CDA0-1319-C790-2B66-487E2C9F71AE}"/>
              </a:ext>
            </a:extLst>
          </p:cNvPr>
          <p:cNvSpPr/>
          <p:nvPr/>
        </p:nvSpPr>
        <p:spPr>
          <a:xfrm rot="5400000">
            <a:off x="690127" y="8574576"/>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BFF798AF-93F3-E370-039C-33518DBCEC42}"/>
              </a:ext>
            </a:extLst>
          </p:cNvPr>
          <p:cNvSpPr txBox="1"/>
          <p:nvPr/>
        </p:nvSpPr>
        <p:spPr>
          <a:xfrm>
            <a:off x="545393" y="8791547"/>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pic>
        <p:nvPicPr>
          <p:cNvPr id="24" name="Grafik 23">
            <a:extLst>
              <a:ext uri="{FF2B5EF4-FFF2-40B4-BE49-F238E27FC236}">
                <a16:creationId xmlns:a16="http://schemas.microsoft.com/office/drawing/2014/main" id="{5087138F-19F5-8605-80A5-FF244CB20AF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2243" y="10517149"/>
            <a:ext cx="417734" cy="503658"/>
          </a:xfrm>
          <a:prstGeom prst="rect">
            <a:avLst/>
          </a:prstGeom>
        </p:spPr>
      </p:pic>
      <p:pic>
        <p:nvPicPr>
          <p:cNvPr id="26" name="Grafik 25">
            <a:extLst>
              <a:ext uri="{FF2B5EF4-FFF2-40B4-BE49-F238E27FC236}">
                <a16:creationId xmlns:a16="http://schemas.microsoft.com/office/drawing/2014/main" id="{D78D90D9-3572-F18B-86F8-CB7DADB825B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0" y="8650091"/>
            <a:ext cx="459190" cy="459190"/>
          </a:xfrm>
          <a:prstGeom prst="rect">
            <a:avLst/>
          </a:prstGeom>
        </p:spPr>
      </p:pic>
      <p:sp>
        <p:nvSpPr>
          <p:cNvPr id="28" name="Textfeld 27">
            <a:extLst>
              <a:ext uri="{FF2B5EF4-FFF2-40B4-BE49-F238E27FC236}">
                <a16:creationId xmlns:a16="http://schemas.microsoft.com/office/drawing/2014/main" id="{2E6C7BD1-93B9-F837-5B02-362EA53D2C89}"/>
              </a:ext>
            </a:extLst>
          </p:cNvPr>
          <p:cNvSpPr txBox="1"/>
          <p:nvPr/>
        </p:nvSpPr>
        <p:spPr>
          <a:xfrm>
            <a:off x="545393" y="10676645"/>
            <a:ext cx="2079530" cy="184666"/>
          </a:xfrm>
          <a:prstGeom prst="rect">
            <a:avLst/>
          </a:prstGeom>
          <a:noFill/>
        </p:spPr>
        <p:txBody>
          <a:bodyPr wrap="square" lIns="0" tIns="0" rIns="0" bIns="0" rtlCol="0">
            <a:spAutoFit/>
          </a:bodyPr>
          <a:lstStyle/>
          <a:p>
            <a:pPr algn="l"/>
            <a:r>
              <a:rPr lang="de-DE" sz="1200" b="1" dirty="0">
                <a:solidFill>
                  <a:schemeClr val="bg1"/>
                </a:solidFill>
              </a:rPr>
              <a:t>Größerer Heizkörper</a:t>
            </a:r>
          </a:p>
        </p:txBody>
      </p:sp>
      <p:pic>
        <p:nvPicPr>
          <p:cNvPr id="40" name="Grafik 39">
            <a:extLst>
              <a:ext uri="{FF2B5EF4-FFF2-40B4-BE49-F238E27FC236}">
                <a16:creationId xmlns:a16="http://schemas.microsoft.com/office/drawing/2014/main" id="{17BF67FD-09C0-E281-78D1-C14EBC3122C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954" y="9603714"/>
            <a:ext cx="299435" cy="433225"/>
          </a:xfrm>
          <a:prstGeom prst="rect">
            <a:avLst/>
          </a:prstGeom>
        </p:spPr>
      </p:pic>
      <p:sp>
        <p:nvSpPr>
          <p:cNvPr id="42" name="Rechteck 41">
            <a:extLst>
              <a:ext uri="{FF2B5EF4-FFF2-40B4-BE49-F238E27FC236}">
                <a16:creationId xmlns:a16="http://schemas.microsoft.com/office/drawing/2014/main" id="{3C655673-B08A-D4DB-BD27-9889AD2C7279}"/>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4</a:t>
            </a:r>
          </a:p>
        </p:txBody>
      </p:sp>
      <p:sp>
        <p:nvSpPr>
          <p:cNvPr id="54" name="Rechteck 53">
            <a:extLst>
              <a:ext uri="{FF2B5EF4-FFF2-40B4-BE49-F238E27FC236}">
                <a16:creationId xmlns:a16="http://schemas.microsoft.com/office/drawing/2014/main" id="{3285F8C0-E34F-1BBE-8D0A-9CDFB74090F8}"/>
              </a:ext>
            </a:extLst>
          </p:cNvPr>
          <p:cNvSpPr/>
          <p:nvPr/>
        </p:nvSpPr>
        <p:spPr>
          <a:xfrm rot="5400000">
            <a:off x="847474" y="8058167"/>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4C320117-3EFC-C978-0770-8AA5E4C63A7C}"/>
              </a:ext>
            </a:extLst>
          </p:cNvPr>
          <p:cNvSpPr txBox="1"/>
          <p:nvPr/>
        </p:nvSpPr>
        <p:spPr>
          <a:xfrm>
            <a:off x="2933572" y="8185681"/>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56" name="Rechteck 55">
            <a:extLst>
              <a:ext uri="{FF2B5EF4-FFF2-40B4-BE49-F238E27FC236}">
                <a16:creationId xmlns:a16="http://schemas.microsoft.com/office/drawing/2014/main" id="{F7933C19-2533-9AB8-ACFE-94E2039B7779}"/>
              </a:ext>
            </a:extLst>
          </p:cNvPr>
          <p:cNvSpPr/>
          <p:nvPr/>
        </p:nvSpPr>
        <p:spPr>
          <a:xfrm rot="5400000">
            <a:off x="1650482" y="8058167"/>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5951A2A9-A716-64F2-9AC8-0019DF70FD74}"/>
              </a:ext>
            </a:extLst>
          </p:cNvPr>
          <p:cNvSpPr/>
          <p:nvPr/>
        </p:nvSpPr>
        <p:spPr>
          <a:xfrm rot="5400000">
            <a:off x="2453490" y="8058167"/>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7D2A618E-0D7C-0DD0-5200-7D6CD8C73619}"/>
              </a:ext>
            </a:extLst>
          </p:cNvPr>
          <p:cNvSpPr/>
          <p:nvPr/>
        </p:nvSpPr>
        <p:spPr>
          <a:xfrm rot="5400000">
            <a:off x="3256499" y="8058167"/>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3D90839D-5F05-3A51-EFE1-745B48C291DA}"/>
              </a:ext>
            </a:extLst>
          </p:cNvPr>
          <p:cNvSpPr txBox="1"/>
          <p:nvPr/>
        </p:nvSpPr>
        <p:spPr>
          <a:xfrm>
            <a:off x="526813" y="8185684"/>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61" name="Rechteck 60">
            <a:extLst>
              <a:ext uri="{FF2B5EF4-FFF2-40B4-BE49-F238E27FC236}">
                <a16:creationId xmlns:a16="http://schemas.microsoft.com/office/drawing/2014/main" id="{217E427C-CD26-0D3E-D42A-F994D6B78195}"/>
              </a:ext>
            </a:extLst>
          </p:cNvPr>
          <p:cNvSpPr/>
          <p:nvPr/>
        </p:nvSpPr>
        <p:spPr>
          <a:xfrm>
            <a:off x="2263099" y="10041132"/>
            <a:ext cx="1713238" cy="62843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Nur darstellen, wenn größerer HK erforderlich</a:t>
            </a:r>
          </a:p>
        </p:txBody>
      </p:sp>
      <p:sp>
        <p:nvSpPr>
          <p:cNvPr id="63" name="Textfeld 62">
            <a:extLst>
              <a:ext uri="{FF2B5EF4-FFF2-40B4-BE49-F238E27FC236}">
                <a16:creationId xmlns:a16="http://schemas.microsoft.com/office/drawing/2014/main" id="{A3A7031C-9DB1-AFB9-FF56-93D94A059DFB}"/>
              </a:ext>
            </a:extLst>
          </p:cNvPr>
          <p:cNvSpPr txBox="1"/>
          <p:nvPr/>
        </p:nvSpPr>
        <p:spPr>
          <a:xfrm>
            <a:off x="405491" y="6798699"/>
            <a:ext cx="2209017" cy="400110"/>
          </a:xfrm>
          <a:prstGeom prst="rect">
            <a:avLst/>
          </a:prstGeom>
          <a:noFill/>
        </p:spPr>
        <p:txBody>
          <a:bodyPr wrap="square">
            <a:spAutoFit/>
          </a:bodyPr>
          <a:lstStyle/>
          <a:p>
            <a:pPr algn="l"/>
            <a:r>
              <a:rPr lang="de-DE" sz="2000" b="1" dirty="0">
                <a:solidFill>
                  <a:schemeClr val="bg2">
                    <a:lumMod val="50000"/>
                  </a:schemeClr>
                </a:solidFill>
              </a:rPr>
              <a:t>Heizkörper </a:t>
            </a:r>
          </a:p>
        </p:txBody>
      </p:sp>
      <p:sp>
        <p:nvSpPr>
          <p:cNvPr id="65" name="Textfeld 64">
            <a:extLst>
              <a:ext uri="{FF2B5EF4-FFF2-40B4-BE49-F238E27FC236}">
                <a16:creationId xmlns:a16="http://schemas.microsoft.com/office/drawing/2014/main" id="{33C80A04-F5CB-93F8-687D-411C1266E947}"/>
              </a:ext>
            </a:extLst>
          </p:cNvPr>
          <p:cNvSpPr txBox="1"/>
          <p:nvPr/>
        </p:nvSpPr>
        <p:spPr>
          <a:xfrm>
            <a:off x="4056382" y="9459293"/>
            <a:ext cx="4572000" cy="1384995"/>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a:t>
            </a:r>
          </a:p>
        </p:txBody>
      </p:sp>
      <p:sp>
        <p:nvSpPr>
          <p:cNvPr id="68" name="Ellipse 67">
            <a:extLst>
              <a:ext uri="{FF2B5EF4-FFF2-40B4-BE49-F238E27FC236}">
                <a16:creationId xmlns:a16="http://schemas.microsoft.com/office/drawing/2014/main" id="{0D7773DD-A8A5-FAED-5FCD-C3F8F95FE779}"/>
              </a:ext>
            </a:extLst>
          </p:cNvPr>
          <p:cNvSpPr/>
          <p:nvPr/>
        </p:nvSpPr>
        <p:spPr>
          <a:xfrm>
            <a:off x="8026334" y="9459293"/>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sp>
        <p:nvSpPr>
          <p:cNvPr id="69" name="Textfeld 68">
            <a:extLst>
              <a:ext uri="{FF2B5EF4-FFF2-40B4-BE49-F238E27FC236}">
                <a16:creationId xmlns:a16="http://schemas.microsoft.com/office/drawing/2014/main" id="{96AF1CC0-E31C-6B2C-75DA-E76614D56F94}"/>
              </a:ext>
            </a:extLst>
          </p:cNvPr>
          <p:cNvSpPr txBox="1"/>
          <p:nvPr/>
        </p:nvSpPr>
        <p:spPr>
          <a:xfrm>
            <a:off x="1646206" y="745426"/>
            <a:ext cx="5830361" cy="1169551"/>
          </a:xfrm>
          <a:prstGeom prst="rect">
            <a:avLst/>
          </a:prstGeom>
          <a:noFill/>
        </p:spPr>
        <p:txBody>
          <a:bodyPr wrap="square">
            <a:spAutoFit/>
          </a:bodyPr>
          <a:lstStyle/>
          <a:p>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Nicht niedertemperaturfähig (NT-</a:t>
            </a:r>
            <a:r>
              <a:rPr lang="de-DE" sz="1400" b="1" kern="100" dirty="0" err="1">
                <a:solidFill>
                  <a:srgbClr val="3C6C7F"/>
                </a:solidFill>
                <a:effectLst/>
                <a:latin typeface="Aptos" panose="020B0004020202020204" pitchFamily="34" charset="0"/>
                <a:ea typeface="Aptos" panose="020B0004020202020204" pitchFamily="34" charset="0"/>
                <a:cs typeface="Times New Roman" panose="02020603050405020304" pitchFamily="18" charset="0"/>
              </a:rPr>
              <a:t>ready</a:t>
            </a:r>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a:t>
            </a:r>
          </a:p>
          <a:p>
            <a:r>
              <a:rPr lang="de-DE" sz="1400" dirty="0"/>
              <a:t>Noch nicht geeignet, sehr hohe Vorlauftemperatur nötig.</a:t>
            </a:r>
          </a:p>
          <a:p>
            <a:r>
              <a:rPr lang="de-DE" sz="1400" dirty="0"/>
              <a:t>In diesem Zustand kann der Raum nur sehr ineffizient mit einer Wärmepumpe beheizt werden – der Stromverbrauch wäre deutlich zu hoch. Nachfolgend finden Sie Hinweise, wie sich die Eignung Ihres Gebäudes verbessern lässt. </a:t>
            </a:r>
          </a:p>
        </p:txBody>
      </p:sp>
      <p:sp>
        <p:nvSpPr>
          <p:cNvPr id="70" name="Ellipse 69">
            <a:extLst>
              <a:ext uri="{FF2B5EF4-FFF2-40B4-BE49-F238E27FC236}">
                <a16:creationId xmlns:a16="http://schemas.microsoft.com/office/drawing/2014/main" id="{553BFEF0-4F62-BE2C-1732-7C49DEEF4F4A}"/>
              </a:ext>
            </a:extLst>
          </p:cNvPr>
          <p:cNvSpPr/>
          <p:nvPr/>
        </p:nvSpPr>
        <p:spPr>
          <a:xfrm>
            <a:off x="8264611" y="745426"/>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R1</a:t>
            </a:r>
          </a:p>
        </p:txBody>
      </p:sp>
      <p:sp>
        <p:nvSpPr>
          <p:cNvPr id="71" name="Textfeld 70">
            <a:extLst>
              <a:ext uri="{FF2B5EF4-FFF2-40B4-BE49-F238E27FC236}">
                <a16:creationId xmlns:a16="http://schemas.microsoft.com/office/drawing/2014/main" id="{ACC90D08-A62E-BEE6-DA61-357776FF6A50}"/>
              </a:ext>
            </a:extLst>
          </p:cNvPr>
          <p:cNvSpPr txBox="1"/>
          <p:nvPr/>
        </p:nvSpPr>
        <p:spPr>
          <a:xfrm>
            <a:off x="545393" y="9733303"/>
            <a:ext cx="2079530"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74" name="Textfeld 73">
            <a:extLst>
              <a:ext uri="{FF2B5EF4-FFF2-40B4-BE49-F238E27FC236}">
                <a16:creationId xmlns:a16="http://schemas.microsoft.com/office/drawing/2014/main" id="{3369BF74-D80B-DDBC-3C5A-0B66C3C32A25}"/>
              </a:ext>
            </a:extLst>
          </p:cNvPr>
          <p:cNvSpPr txBox="1"/>
          <p:nvPr/>
        </p:nvSpPr>
        <p:spPr>
          <a:xfrm>
            <a:off x="405491" y="7152926"/>
            <a:ext cx="1583985" cy="830997"/>
          </a:xfrm>
          <a:prstGeom prst="rect">
            <a:avLst/>
          </a:prstGeom>
          <a:noFill/>
        </p:spPr>
        <p:txBody>
          <a:bodyPr wrap="square">
            <a:spAutoFit/>
          </a:bodyPr>
          <a:lstStyle/>
          <a:p>
            <a:pPr algn="l"/>
            <a:r>
              <a:rPr lang="de-DE" sz="1600" b="1" dirty="0">
                <a:solidFill>
                  <a:schemeClr val="bg2">
                    <a:lumMod val="50000"/>
                  </a:schemeClr>
                </a:solidFill>
              </a:rPr>
              <a:t>Aktuell</a:t>
            </a:r>
            <a:r>
              <a:rPr lang="de-DE" sz="1600" dirty="0">
                <a:solidFill>
                  <a:schemeClr val="bg2">
                    <a:lumMod val="50000"/>
                  </a:schemeClr>
                </a:solidFill>
              </a:rPr>
              <a:t> </a:t>
            </a:r>
          </a:p>
          <a:p>
            <a:pPr algn="l"/>
            <a:r>
              <a:rPr lang="de-DE" sz="1600" dirty="0">
                <a:solidFill>
                  <a:schemeClr val="bg2">
                    <a:lumMod val="50000"/>
                  </a:schemeClr>
                </a:solidFill>
              </a:rPr>
              <a:t>550 Watt</a:t>
            </a:r>
          </a:p>
          <a:p>
            <a:pPr algn="l"/>
            <a:r>
              <a:rPr lang="de-DE" sz="1600" dirty="0">
                <a:solidFill>
                  <a:schemeClr val="bg2">
                    <a:lumMod val="50000"/>
                  </a:schemeClr>
                </a:solidFill>
              </a:rPr>
              <a:t>40 % Deckung</a:t>
            </a:r>
          </a:p>
        </p:txBody>
      </p:sp>
      <p:sp>
        <p:nvSpPr>
          <p:cNvPr id="75" name="Textfeld 74">
            <a:extLst>
              <a:ext uri="{FF2B5EF4-FFF2-40B4-BE49-F238E27FC236}">
                <a16:creationId xmlns:a16="http://schemas.microsoft.com/office/drawing/2014/main" id="{75031085-AF4A-0C33-A322-EC13C7CF0EA1}"/>
              </a:ext>
            </a:extLst>
          </p:cNvPr>
          <p:cNvSpPr txBox="1"/>
          <p:nvPr/>
        </p:nvSpPr>
        <p:spPr>
          <a:xfrm>
            <a:off x="1989480" y="7152926"/>
            <a:ext cx="1942727" cy="830997"/>
          </a:xfrm>
          <a:prstGeom prst="rect">
            <a:avLst/>
          </a:prstGeom>
          <a:noFill/>
        </p:spPr>
        <p:txBody>
          <a:bodyPr wrap="square">
            <a:spAutoFit/>
          </a:bodyPr>
          <a:lstStyle/>
          <a:p>
            <a:pPr algn="l"/>
            <a:r>
              <a:rPr lang="de-DE" sz="1600" b="1" dirty="0">
                <a:solidFill>
                  <a:schemeClr val="bg2">
                    <a:lumMod val="50000"/>
                  </a:schemeClr>
                </a:solidFill>
              </a:rPr>
              <a:t>Neuer Heizkörper</a:t>
            </a:r>
            <a:endParaRPr lang="de-DE" sz="1600" dirty="0">
              <a:solidFill>
                <a:schemeClr val="bg2">
                  <a:lumMod val="50000"/>
                </a:schemeClr>
              </a:solidFill>
            </a:endParaRPr>
          </a:p>
          <a:p>
            <a:pPr algn="l"/>
            <a:r>
              <a:rPr lang="de-DE" sz="1600" dirty="0">
                <a:solidFill>
                  <a:schemeClr val="bg2">
                    <a:lumMod val="50000"/>
                  </a:schemeClr>
                </a:solidFill>
              </a:rPr>
              <a:t>1.100 Watt (Typ 33)</a:t>
            </a:r>
          </a:p>
          <a:p>
            <a:pPr algn="l"/>
            <a:r>
              <a:rPr lang="de-DE" sz="1600" dirty="0">
                <a:solidFill>
                  <a:schemeClr val="bg2">
                    <a:lumMod val="50000"/>
                  </a:schemeClr>
                </a:solidFill>
              </a:rPr>
              <a:t>90 % Deckung</a:t>
            </a:r>
          </a:p>
        </p:txBody>
      </p:sp>
      <p:sp>
        <p:nvSpPr>
          <p:cNvPr id="2" name="Rechteck: abgerundete Ecken 1">
            <a:extLst>
              <a:ext uri="{FF2B5EF4-FFF2-40B4-BE49-F238E27FC236}">
                <a16:creationId xmlns:a16="http://schemas.microsoft.com/office/drawing/2014/main" id="{AF6169E0-A7A9-33D0-A142-0758011BC6CA}"/>
              </a:ext>
            </a:extLst>
          </p:cNvPr>
          <p:cNvSpPr/>
          <p:nvPr/>
        </p:nvSpPr>
        <p:spPr>
          <a:xfrm>
            <a:off x="1666542" y="4836394"/>
            <a:ext cx="5810026" cy="1815882"/>
          </a:xfrm>
          <a:prstGeom prst="roundRect">
            <a:avLst/>
          </a:prstGeom>
          <a:noFill/>
          <a:ln w="19050">
            <a:solidFill>
              <a:srgbClr val="C940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feld 2">
            <a:extLst>
              <a:ext uri="{FF2B5EF4-FFF2-40B4-BE49-F238E27FC236}">
                <a16:creationId xmlns:a16="http://schemas.microsoft.com/office/drawing/2014/main" id="{A3417E98-7E4B-BFD3-B024-149FC366E55B}"/>
              </a:ext>
            </a:extLst>
          </p:cNvPr>
          <p:cNvSpPr txBox="1"/>
          <p:nvPr/>
        </p:nvSpPr>
        <p:spPr>
          <a:xfrm>
            <a:off x="1732611" y="4861797"/>
            <a:ext cx="5678780" cy="1815882"/>
          </a:xfrm>
          <a:prstGeom prst="rect">
            <a:avLst/>
          </a:prstGeom>
          <a:noFill/>
        </p:spPr>
        <p:txBody>
          <a:bodyPr wrap="square">
            <a:spAutoFit/>
          </a:bodyPr>
          <a:lstStyle/>
          <a:p>
            <a:r>
              <a:rPr lang="de-DE" sz="1400" b="1" kern="100" dirty="0">
                <a:solidFill>
                  <a:srgbClr val="C9401B"/>
                </a:solidFill>
                <a:effectLst/>
                <a:latin typeface="Aptos" panose="020B0004020202020204" pitchFamily="34" charset="0"/>
                <a:ea typeface="Aptos" panose="020B0004020202020204" pitchFamily="34" charset="0"/>
                <a:cs typeface="Times New Roman" panose="02020603050405020304" pitchFamily="18" charset="0"/>
              </a:rPr>
              <a:t>Achtung! Hohe Raumtemperatur gewählt</a:t>
            </a:r>
          </a:p>
          <a:p>
            <a:r>
              <a:rPr lang="de-DE" sz="1400" dirty="0"/>
              <a:t>Die angegebene Raumtemperatur ist vergleichsweise hoch. </a:t>
            </a:r>
          </a:p>
          <a:p>
            <a:r>
              <a:rPr lang="de-DE" sz="1400" dirty="0"/>
              <a:t>Typischerweise werden 20 °C in Wohnräumen und 24 °C in Bädern angesetzt. </a:t>
            </a:r>
          </a:p>
          <a:p>
            <a:r>
              <a:rPr lang="de-DE" sz="1400" dirty="0"/>
              <a:t>Handelt es sich um ein Badezimmer? Testen Sie die Eignung bei 20 °C Raumtemperatur. Sollte die Heizfläche dann ausreichen, genügt es zumeist, dass an sehr kalten Tagen mit einem Infrarotstrahler oder einem Heizlüfter unterstützt wird. </a:t>
            </a:r>
          </a:p>
        </p:txBody>
      </p:sp>
      <p:sp>
        <p:nvSpPr>
          <p:cNvPr id="4" name="Ellipse 3">
            <a:extLst>
              <a:ext uri="{FF2B5EF4-FFF2-40B4-BE49-F238E27FC236}">
                <a16:creationId xmlns:a16="http://schemas.microsoft.com/office/drawing/2014/main" id="{9CCA73F4-BE9B-62D0-9A88-28325E624F7C}"/>
              </a:ext>
            </a:extLst>
          </p:cNvPr>
          <p:cNvSpPr/>
          <p:nvPr/>
        </p:nvSpPr>
        <p:spPr>
          <a:xfrm>
            <a:off x="8264611" y="4840328"/>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RW</a:t>
            </a:r>
          </a:p>
        </p:txBody>
      </p:sp>
    </p:spTree>
    <p:extLst>
      <p:ext uri="{BB962C8B-B14F-4D97-AF65-F5344CB8AC3E}">
        <p14:creationId xmlns:p14="http://schemas.microsoft.com/office/powerpoint/2010/main" val="3056591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uppieren 59">
            <a:extLst>
              <a:ext uri="{FF2B5EF4-FFF2-40B4-BE49-F238E27FC236}">
                <a16:creationId xmlns:a16="http://schemas.microsoft.com/office/drawing/2014/main" id="{9B60E071-42D7-8F5D-9A28-CA10F0C00936}"/>
              </a:ext>
            </a:extLst>
          </p:cNvPr>
          <p:cNvGrpSpPr/>
          <p:nvPr/>
        </p:nvGrpSpPr>
        <p:grpSpPr>
          <a:xfrm>
            <a:off x="3100528" y="8161966"/>
            <a:ext cx="3212036" cy="1558509"/>
            <a:chOff x="526811" y="2396743"/>
            <a:chExt cx="3212036" cy="1007660"/>
          </a:xfrm>
        </p:grpSpPr>
        <p:cxnSp>
          <p:nvCxnSpPr>
            <p:cNvPr id="45" name="Gerader Verbinder 44">
              <a:extLst>
                <a:ext uri="{FF2B5EF4-FFF2-40B4-BE49-F238E27FC236}">
                  <a16:creationId xmlns:a16="http://schemas.microsoft.com/office/drawing/2014/main" id="{B187E012-A53F-78BC-BECF-D9F7047C876D}"/>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68208826-1BA2-2AB0-6CAD-83F2EEE61E41}"/>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85517BC3-C4DA-F7EC-93DE-5EB5DD557DAC}"/>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F57814FB-FD9A-7F35-25A6-2C8E33F021E1}"/>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F78901F-C81E-53B9-F72F-2459A09BDABC}"/>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68431" y="5714842"/>
            <a:ext cx="713613" cy="860400"/>
          </a:xfrm>
          <a:prstGeom prst="rect">
            <a:avLst/>
          </a:prstGeom>
        </p:spPr>
      </p:pic>
      <p:sp>
        <p:nvSpPr>
          <p:cNvPr id="8" name="Rechteck 7">
            <a:extLst>
              <a:ext uri="{FF2B5EF4-FFF2-40B4-BE49-F238E27FC236}">
                <a16:creationId xmlns:a16="http://schemas.microsoft.com/office/drawing/2014/main" id="{F6D82C11-19EE-B2BF-312B-4CA70421D755}"/>
              </a:ext>
            </a:extLst>
          </p:cNvPr>
          <p:cNvSpPr/>
          <p:nvPr/>
        </p:nvSpPr>
        <p:spPr>
          <a:xfrm rot="5400000">
            <a:off x="3870370" y="601829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C7F9EE-A055-D175-095C-5117F8A95288}"/>
              </a:ext>
            </a:extLst>
          </p:cNvPr>
          <p:cNvSpPr/>
          <p:nvPr/>
        </p:nvSpPr>
        <p:spPr>
          <a:xfrm rot="5400000">
            <a:off x="4082965" y="8216217"/>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1864CDA0-1319-C790-2B66-487E2C9F71AE}"/>
              </a:ext>
            </a:extLst>
          </p:cNvPr>
          <p:cNvSpPr/>
          <p:nvPr/>
        </p:nvSpPr>
        <p:spPr>
          <a:xfrm rot="5400000">
            <a:off x="3263844" y="8302333"/>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BFF798AF-93F3-E370-039C-33518DBCEC42}"/>
              </a:ext>
            </a:extLst>
          </p:cNvPr>
          <p:cNvSpPr txBox="1"/>
          <p:nvPr/>
        </p:nvSpPr>
        <p:spPr>
          <a:xfrm>
            <a:off x="3119110" y="8519304"/>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pic>
        <p:nvPicPr>
          <p:cNvPr id="26" name="Grafik 25">
            <a:extLst>
              <a:ext uri="{FF2B5EF4-FFF2-40B4-BE49-F238E27FC236}">
                <a16:creationId xmlns:a16="http://schemas.microsoft.com/office/drawing/2014/main" id="{D78D90D9-3572-F18B-86F8-CB7DADB825B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66542" y="3462798"/>
            <a:ext cx="716804" cy="716804"/>
          </a:xfrm>
          <a:prstGeom prst="rect">
            <a:avLst/>
          </a:prstGeom>
        </p:spPr>
      </p:pic>
      <p:sp>
        <p:nvSpPr>
          <p:cNvPr id="28" name="Textfeld 27">
            <a:extLst>
              <a:ext uri="{FF2B5EF4-FFF2-40B4-BE49-F238E27FC236}">
                <a16:creationId xmlns:a16="http://schemas.microsoft.com/office/drawing/2014/main" id="{2E6C7BD1-93B9-F837-5B02-362EA53D2C89}"/>
              </a:ext>
            </a:extLst>
          </p:cNvPr>
          <p:cNvSpPr txBox="1"/>
          <p:nvPr/>
        </p:nvSpPr>
        <p:spPr>
          <a:xfrm>
            <a:off x="2583718" y="7374215"/>
            <a:ext cx="2079530" cy="184666"/>
          </a:xfrm>
          <a:prstGeom prst="rect">
            <a:avLst/>
          </a:prstGeom>
          <a:noFill/>
        </p:spPr>
        <p:txBody>
          <a:bodyPr wrap="square" lIns="0" tIns="0" rIns="0" bIns="0" rtlCol="0">
            <a:spAutoFit/>
          </a:bodyPr>
          <a:lstStyle/>
          <a:p>
            <a:pPr algn="l"/>
            <a:r>
              <a:rPr lang="de-DE" sz="1200" b="1" dirty="0">
                <a:solidFill>
                  <a:schemeClr val="bg1"/>
                </a:solidFill>
              </a:rPr>
              <a:t>Größerer Heizkörper</a:t>
            </a:r>
          </a:p>
        </p:txBody>
      </p:sp>
      <p:sp>
        <p:nvSpPr>
          <p:cNvPr id="42" name="Rechteck 41">
            <a:extLst>
              <a:ext uri="{FF2B5EF4-FFF2-40B4-BE49-F238E27FC236}">
                <a16:creationId xmlns:a16="http://schemas.microsoft.com/office/drawing/2014/main" id="{3C655673-B08A-D4DB-BD27-9889AD2C7279}"/>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4</a:t>
            </a:r>
          </a:p>
        </p:txBody>
      </p:sp>
      <p:sp>
        <p:nvSpPr>
          <p:cNvPr id="54" name="Rechteck 53">
            <a:extLst>
              <a:ext uri="{FF2B5EF4-FFF2-40B4-BE49-F238E27FC236}">
                <a16:creationId xmlns:a16="http://schemas.microsoft.com/office/drawing/2014/main" id="{3285F8C0-E34F-1BBE-8D0A-9CDFB74090F8}"/>
              </a:ext>
            </a:extLst>
          </p:cNvPr>
          <p:cNvSpPr/>
          <p:nvPr/>
        </p:nvSpPr>
        <p:spPr>
          <a:xfrm rot="5400000">
            <a:off x="3421191" y="7785924"/>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4C320117-3EFC-C978-0770-8AA5E4C63A7C}"/>
              </a:ext>
            </a:extLst>
          </p:cNvPr>
          <p:cNvSpPr txBox="1"/>
          <p:nvPr/>
        </p:nvSpPr>
        <p:spPr>
          <a:xfrm>
            <a:off x="5507289" y="7913438"/>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56" name="Rechteck 55">
            <a:extLst>
              <a:ext uri="{FF2B5EF4-FFF2-40B4-BE49-F238E27FC236}">
                <a16:creationId xmlns:a16="http://schemas.microsoft.com/office/drawing/2014/main" id="{F7933C19-2533-9AB8-ACFE-94E2039B7779}"/>
              </a:ext>
            </a:extLst>
          </p:cNvPr>
          <p:cNvSpPr/>
          <p:nvPr/>
        </p:nvSpPr>
        <p:spPr>
          <a:xfrm rot="5400000">
            <a:off x="4224199" y="7785924"/>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5951A2A9-A716-64F2-9AC8-0019DF70FD74}"/>
              </a:ext>
            </a:extLst>
          </p:cNvPr>
          <p:cNvSpPr/>
          <p:nvPr/>
        </p:nvSpPr>
        <p:spPr>
          <a:xfrm rot="5400000">
            <a:off x="5027207" y="7785924"/>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7D2A618E-0D7C-0DD0-5200-7D6CD8C73619}"/>
              </a:ext>
            </a:extLst>
          </p:cNvPr>
          <p:cNvSpPr/>
          <p:nvPr/>
        </p:nvSpPr>
        <p:spPr>
          <a:xfrm rot="5400000">
            <a:off x="5830216" y="7785924"/>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3D90839D-5F05-3A51-EFE1-745B48C291DA}"/>
              </a:ext>
            </a:extLst>
          </p:cNvPr>
          <p:cNvSpPr txBox="1"/>
          <p:nvPr/>
        </p:nvSpPr>
        <p:spPr>
          <a:xfrm>
            <a:off x="3100530" y="7913441"/>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63" name="Textfeld 62">
            <a:extLst>
              <a:ext uri="{FF2B5EF4-FFF2-40B4-BE49-F238E27FC236}">
                <a16:creationId xmlns:a16="http://schemas.microsoft.com/office/drawing/2014/main" id="{A3A7031C-9DB1-AFB9-FF56-93D94A059DFB}"/>
              </a:ext>
            </a:extLst>
          </p:cNvPr>
          <p:cNvSpPr txBox="1"/>
          <p:nvPr/>
        </p:nvSpPr>
        <p:spPr>
          <a:xfrm>
            <a:off x="-3690759" y="2549549"/>
            <a:ext cx="2209017" cy="400110"/>
          </a:xfrm>
          <a:prstGeom prst="rect">
            <a:avLst/>
          </a:prstGeom>
          <a:noFill/>
        </p:spPr>
        <p:txBody>
          <a:bodyPr wrap="square">
            <a:spAutoFit/>
          </a:bodyPr>
          <a:lstStyle/>
          <a:p>
            <a:pPr algn="l"/>
            <a:r>
              <a:rPr lang="de-DE" sz="2000" b="1" dirty="0">
                <a:solidFill>
                  <a:schemeClr val="bg2">
                    <a:lumMod val="50000"/>
                  </a:schemeClr>
                </a:solidFill>
              </a:rPr>
              <a:t>Heizkörper </a:t>
            </a:r>
          </a:p>
        </p:txBody>
      </p:sp>
      <p:sp>
        <p:nvSpPr>
          <p:cNvPr id="65" name="Textfeld 64">
            <a:extLst>
              <a:ext uri="{FF2B5EF4-FFF2-40B4-BE49-F238E27FC236}">
                <a16:creationId xmlns:a16="http://schemas.microsoft.com/office/drawing/2014/main" id="{33C80A04-F5CB-93F8-687D-411C1266E947}"/>
              </a:ext>
            </a:extLst>
          </p:cNvPr>
          <p:cNvSpPr txBox="1"/>
          <p:nvPr/>
        </p:nvSpPr>
        <p:spPr>
          <a:xfrm>
            <a:off x="1666541" y="4433062"/>
            <a:ext cx="5810026" cy="1600438"/>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 Ein besserer Heizkörper (Typ 33) gleicher Größe ist wahrscheinlich nicht ausreichend.</a:t>
            </a:r>
          </a:p>
        </p:txBody>
      </p:sp>
      <p:sp>
        <p:nvSpPr>
          <p:cNvPr id="71" name="Textfeld 70">
            <a:extLst>
              <a:ext uri="{FF2B5EF4-FFF2-40B4-BE49-F238E27FC236}">
                <a16:creationId xmlns:a16="http://schemas.microsoft.com/office/drawing/2014/main" id="{ACC90D08-A62E-BEE6-DA61-357776FF6A50}"/>
              </a:ext>
            </a:extLst>
          </p:cNvPr>
          <p:cNvSpPr txBox="1"/>
          <p:nvPr/>
        </p:nvSpPr>
        <p:spPr>
          <a:xfrm>
            <a:off x="3119110" y="9254111"/>
            <a:ext cx="2079530"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74" name="Textfeld 73">
            <a:extLst>
              <a:ext uri="{FF2B5EF4-FFF2-40B4-BE49-F238E27FC236}">
                <a16:creationId xmlns:a16="http://schemas.microsoft.com/office/drawing/2014/main" id="{3369BF74-D80B-DDBC-3C5A-0B66C3C32A25}"/>
              </a:ext>
            </a:extLst>
          </p:cNvPr>
          <p:cNvSpPr txBox="1"/>
          <p:nvPr/>
        </p:nvSpPr>
        <p:spPr>
          <a:xfrm>
            <a:off x="2455994" y="3646593"/>
            <a:ext cx="1618969" cy="523220"/>
          </a:xfrm>
          <a:prstGeom prst="rect">
            <a:avLst/>
          </a:prstGeom>
          <a:noFill/>
        </p:spPr>
        <p:txBody>
          <a:bodyPr wrap="square">
            <a:spAutoFit/>
          </a:bodyPr>
          <a:lstStyle/>
          <a:p>
            <a:r>
              <a:rPr lang="de-DE" sz="1400" dirty="0">
                <a:solidFill>
                  <a:schemeClr val="bg2">
                    <a:lumMod val="50000"/>
                  </a:schemeClr>
                </a:solidFill>
              </a:rPr>
              <a:t>550 Watt</a:t>
            </a:r>
          </a:p>
          <a:p>
            <a:r>
              <a:rPr lang="de-DE" sz="1400" dirty="0">
                <a:solidFill>
                  <a:schemeClr val="bg2">
                    <a:lumMod val="50000"/>
                  </a:schemeClr>
                </a:solidFill>
              </a:rPr>
              <a:t>40 % Deckung</a:t>
            </a:r>
          </a:p>
        </p:txBody>
      </p:sp>
      <p:sp>
        <p:nvSpPr>
          <p:cNvPr id="75" name="Textfeld 74">
            <a:extLst>
              <a:ext uri="{FF2B5EF4-FFF2-40B4-BE49-F238E27FC236}">
                <a16:creationId xmlns:a16="http://schemas.microsoft.com/office/drawing/2014/main" id="{75031085-AF4A-0C33-A322-EC13C7CF0EA1}"/>
              </a:ext>
            </a:extLst>
          </p:cNvPr>
          <p:cNvSpPr txBox="1"/>
          <p:nvPr/>
        </p:nvSpPr>
        <p:spPr>
          <a:xfrm>
            <a:off x="4886183" y="3645802"/>
            <a:ext cx="1618969" cy="523220"/>
          </a:xfrm>
          <a:prstGeom prst="rect">
            <a:avLst/>
          </a:prstGeom>
          <a:noFill/>
        </p:spPr>
        <p:txBody>
          <a:bodyPr wrap="square">
            <a:spAutoFit/>
          </a:bodyPr>
          <a:lstStyle/>
          <a:p>
            <a:r>
              <a:rPr lang="de-DE" sz="1400" dirty="0">
                <a:solidFill>
                  <a:schemeClr val="bg2">
                    <a:lumMod val="50000"/>
                  </a:schemeClr>
                </a:solidFill>
              </a:rPr>
              <a:t>1.100 Watt (Typ 33)</a:t>
            </a:r>
          </a:p>
          <a:p>
            <a:r>
              <a:rPr lang="de-DE" sz="1400" dirty="0">
                <a:solidFill>
                  <a:schemeClr val="bg2">
                    <a:lumMod val="50000"/>
                  </a:schemeClr>
                </a:solidFill>
              </a:rPr>
              <a:t>90 % Deckung</a:t>
            </a:r>
          </a:p>
        </p:txBody>
      </p:sp>
      <p:sp>
        <p:nvSpPr>
          <p:cNvPr id="35" name="Textfeld 34">
            <a:extLst>
              <a:ext uri="{FF2B5EF4-FFF2-40B4-BE49-F238E27FC236}">
                <a16:creationId xmlns:a16="http://schemas.microsoft.com/office/drawing/2014/main" id="{27BC399A-E923-B990-D126-417BFDA5861A}"/>
              </a:ext>
            </a:extLst>
          </p:cNvPr>
          <p:cNvSpPr txBox="1"/>
          <p:nvPr/>
        </p:nvSpPr>
        <p:spPr>
          <a:xfrm>
            <a:off x="1666542" y="785754"/>
            <a:ext cx="5810025" cy="307777"/>
          </a:xfrm>
          <a:prstGeom prst="rect">
            <a:avLst/>
          </a:prstGeom>
          <a:noFill/>
        </p:spPr>
        <p:txBody>
          <a:bodyPr wrap="square">
            <a:spAutoFit/>
          </a:bodyPr>
          <a:lstStyle/>
          <a:p>
            <a:r>
              <a:rPr lang="de-DE" sz="1400" b="1" dirty="0">
                <a:solidFill>
                  <a:srgbClr val="3C6C7F"/>
                </a:solidFill>
              </a:rPr>
              <a:t>Wie gut sind die Heizkörper geeignet?</a:t>
            </a:r>
          </a:p>
        </p:txBody>
      </p:sp>
      <p:pic>
        <p:nvPicPr>
          <p:cNvPr id="62" name="Grafik 61">
            <a:extLst>
              <a:ext uri="{FF2B5EF4-FFF2-40B4-BE49-F238E27FC236}">
                <a16:creationId xmlns:a16="http://schemas.microsoft.com/office/drawing/2014/main" id="{7429AC81-3C70-DDDE-2D24-1E0A17A7717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30815" y="7087592"/>
            <a:ext cx="652531" cy="786754"/>
          </a:xfrm>
          <a:prstGeom prst="rect">
            <a:avLst/>
          </a:prstGeom>
        </p:spPr>
      </p:pic>
      <p:pic>
        <p:nvPicPr>
          <p:cNvPr id="66" name="Grafik 65">
            <a:extLst>
              <a:ext uri="{FF2B5EF4-FFF2-40B4-BE49-F238E27FC236}">
                <a16:creationId xmlns:a16="http://schemas.microsoft.com/office/drawing/2014/main" id="{0197A1D2-59CC-9420-461B-3E156D1BB1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307435" y="3443668"/>
            <a:ext cx="498947" cy="720000"/>
          </a:xfrm>
          <a:prstGeom prst="rect">
            <a:avLst/>
          </a:prstGeom>
        </p:spPr>
      </p:pic>
      <p:sp>
        <p:nvSpPr>
          <p:cNvPr id="67" name="Ellipse 66">
            <a:extLst>
              <a:ext uri="{FF2B5EF4-FFF2-40B4-BE49-F238E27FC236}">
                <a16:creationId xmlns:a16="http://schemas.microsoft.com/office/drawing/2014/main" id="{F8D6429B-13B0-706C-30AF-08F03DD55463}"/>
              </a:ext>
            </a:extLst>
          </p:cNvPr>
          <p:cNvSpPr/>
          <p:nvPr/>
        </p:nvSpPr>
        <p:spPr>
          <a:xfrm>
            <a:off x="8264611" y="4433062"/>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pic>
        <p:nvPicPr>
          <p:cNvPr id="73" name="Grafik 72">
            <a:extLst>
              <a:ext uri="{FF2B5EF4-FFF2-40B4-BE49-F238E27FC236}">
                <a16:creationId xmlns:a16="http://schemas.microsoft.com/office/drawing/2014/main" id="{DE153353-813A-D280-A031-C91BB30D3D7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76520" y="4522789"/>
            <a:ext cx="686741" cy="828000"/>
          </a:xfrm>
          <a:prstGeom prst="rect">
            <a:avLst/>
          </a:prstGeom>
        </p:spPr>
      </p:pic>
      <p:grpSp>
        <p:nvGrpSpPr>
          <p:cNvPr id="96" name="Gruppieren 95">
            <a:extLst>
              <a:ext uri="{FF2B5EF4-FFF2-40B4-BE49-F238E27FC236}">
                <a16:creationId xmlns:a16="http://schemas.microsoft.com/office/drawing/2014/main" id="{5B69B48A-9166-6F51-0953-AE81083DF191}"/>
              </a:ext>
            </a:extLst>
          </p:cNvPr>
          <p:cNvGrpSpPr/>
          <p:nvPr/>
        </p:nvGrpSpPr>
        <p:grpSpPr>
          <a:xfrm>
            <a:off x="1730812" y="1387443"/>
            <a:ext cx="5745755" cy="1465193"/>
            <a:chOff x="1730813" y="1387443"/>
            <a:chExt cx="3212036" cy="1465193"/>
          </a:xfrm>
        </p:grpSpPr>
        <p:cxnSp>
          <p:nvCxnSpPr>
            <p:cNvPr id="76" name="Gerader Verbinder 75">
              <a:extLst>
                <a:ext uri="{FF2B5EF4-FFF2-40B4-BE49-F238E27FC236}">
                  <a16:creationId xmlns:a16="http://schemas.microsoft.com/office/drawing/2014/main" id="{39164000-40CA-4517-771A-22D7CEA8D81E}"/>
                </a:ext>
              </a:extLst>
            </p:cNvPr>
            <p:cNvCxnSpPr>
              <a:cxnSpLocks/>
              <a:stCxn id="83" idx="2"/>
            </p:cNvCxnSpPr>
            <p:nvPr/>
          </p:nvCxnSpPr>
          <p:spPr>
            <a:xfrm flipH="1" flipV="1">
              <a:off x="1730813" y="1387443"/>
              <a:ext cx="3" cy="1007660"/>
            </a:xfrm>
            <a:prstGeom prst="line">
              <a:avLst/>
            </a:prstGeom>
            <a:ln w="1270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77" name="Gerader Verbinder 76">
              <a:extLst>
                <a:ext uri="{FF2B5EF4-FFF2-40B4-BE49-F238E27FC236}">
                  <a16:creationId xmlns:a16="http://schemas.microsoft.com/office/drawing/2014/main" id="{B5116BEF-B76E-3166-6884-41B6252B8436}"/>
                </a:ext>
              </a:extLst>
            </p:cNvPr>
            <p:cNvCxnSpPr>
              <a:cxnSpLocks/>
              <a:stCxn id="85" idx="2"/>
            </p:cNvCxnSpPr>
            <p:nvPr/>
          </p:nvCxnSpPr>
          <p:spPr>
            <a:xfrm flipV="1">
              <a:off x="2533824" y="1387443"/>
              <a:ext cx="0" cy="1007660"/>
            </a:xfrm>
            <a:prstGeom prst="line">
              <a:avLst/>
            </a:prstGeom>
            <a:ln w="1270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78" name="Gerader Verbinder 77">
              <a:extLst>
                <a:ext uri="{FF2B5EF4-FFF2-40B4-BE49-F238E27FC236}">
                  <a16:creationId xmlns:a16="http://schemas.microsoft.com/office/drawing/2014/main" id="{05F45B79-F019-0171-F439-40458505D03C}"/>
                </a:ext>
              </a:extLst>
            </p:cNvPr>
            <p:cNvCxnSpPr>
              <a:cxnSpLocks/>
              <a:stCxn id="86" idx="2"/>
            </p:cNvCxnSpPr>
            <p:nvPr/>
          </p:nvCxnSpPr>
          <p:spPr>
            <a:xfrm flipV="1">
              <a:off x="3336832" y="1387443"/>
              <a:ext cx="422" cy="1007660"/>
            </a:xfrm>
            <a:prstGeom prst="line">
              <a:avLst/>
            </a:prstGeom>
            <a:ln w="1270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79" name="Gerader Verbinder 78">
              <a:extLst>
                <a:ext uri="{FF2B5EF4-FFF2-40B4-BE49-F238E27FC236}">
                  <a16:creationId xmlns:a16="http://schemas.microsoft.com/office/drawing/2014/main" id="{2123150F-487A-2674-0A88-A4174ABB2780}"/>
                </a:ext>
              </a:extLst>
            </p:cNvPr>
            <p:cNvCxnSpPr>
              <a:cxnSpLocks/>
              <a:stCxn id="86" idx="0"/>
            </p:cNvCxnSpPr>
            <p:nvPr/>
          </p:nvCxnSpPr>
          <p:spPr>
            <a:xfrm flipV="1">
              <a:off x="4139840" y="1387443"/>
              <a:ext cx="1" cy="1007660"/>
            </a:xfrm>
            <a:prstGeom prst="line">
              <a:avLst/>
            </a:prstGeom>
            <a:ln w="1270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80" name="Gerader Verbinder 79">
              <a:extLst>
                <a:ext uri="{FF2B5EF4-FFF2-40B4-BE49-F238E27FC236}">
                  <a16:creationId xmlns:a16="http://schemas.microsoft.com/office/drawing/2014/main" id="{7161E1E7-09F4-973E-832F-B17201195E79}"/>
                </a:ext>
              </a:extLst>
            </p:cNvPr>
            <p:cNvCxnSpPr>
              <a:cxnSpLocks/>
              <a:stCxn id="87" idx="0"/>
            </p:cNvCxnSpPr>
            <p:nvPr/>
          </p:nvCxnSpPr>
          <p:spPr>
            <a:xfrm flipH="1" flipV="1">
              <a:off x="4940583" y="1387443"/>
              <a:ext cx="2266" cy="1007660"/>
            </a:xfrm>
            <a:prstGeom prst="line">
              <a:avLst/>
            </a:prstGeom>
            <a:ln w="12700">
              <a:solidFill>
                <a:srgbClr val="00BD56"/>
              </a:solidFill>
            </a:ln>
          </p:spPr>
          <p:style>
            <a:lnRef idx="1">
              <a:schemeClr val="accent1"/>
            </a:lnRef>
            <a:fillRef idx="0">
              <a:schemeClr val="accent1"/>
            </a:fillRef>
            <a:effectRef idx="0">
              <a:schemeClr val="accent1"/>
            </a:effectRef>
            <a:fontRef idx="minor">
              <a:schemeClr val="tx1"/>
            </a:fontRef>
          </p:style>
        </p:cxnSp>
        <p:sp>
          <p:nvSpPr>
            <p:cNvPr id="81" name="Rechteck 80">
              <a:extLst>
                <a:ext uri="{FF2B5EF4-FFF2-40B4-BE49-F238E27FC236}">
                  <a16:creationId xmlns:a16="http://schemas.microsoft.com/office/drawing/2014/main" id="{A691AC67-DBC7-A951-AF74-4D73DBCA69AA}"/>
                </a:ext>
              </a:extLst>
            </p:cNvPr>
            <p:cNvSpPr/>
            <p:nvPr/>
          </p:nvSpPr>
          <p:spPr>
            <a:xfrm rot="5400000">
              <a:off x="3259080" y="436747"/>
              <a:ext cx="155503"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2" name="Rechteck 81">
              <a:extLst>
                <a:ext uri="{FF2B5EF4-FFF2-40B4-BE49-F238E27FC236}">
                  <a16:creationId xmlns:a16="http://schemas.microsoft.com/office/drawing/2014/main" id="{52B461DB-05B8-5083-45B5-8171149B6010}"/>
                </a:ext>
              </a:extLst>
            </p:cNvPr>
            <p:cNvSpPr/>
            <p:nvPr/>
          </p:nvSpPr>
          <p:spPr>
            <a:xfrm rot="5400000">
              <a:off x="3255988" y="15515"/>
              <a:ext cx="161688"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3" name="Rechteck 82">
              <a:extLst>
                <a:ext uri="{FF2B5EF4-FFF2-40B4-BE49-F238E27FC236}">
                  <a16:creationId xmlns:a16="http://schemas.microsoft.com/office/drawing/2014/main" id="{ED27C812-378A-0BEC-8E34-067327CC8CCC}"/>
                </a:ext>
              </a:extLst>
            </p:cNvPr>
            <p:cNvSpPr/>
            <p:nvPr/>
          </p:nvSpPr>
          <p:spPr>
            <a:xfrm rot="5400000">
              <a:off x="2051476" y="1993599"/>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4" name="Textfeld 83">
              <a:extLst>
                <a:ext uri="{FF2B5EF4-FFF2-40B4-BE49-F238E27FC236}">
                  <a16:creationId xmlns:a16="http://schemas.microsoft.com/office/drawing/2014/main" id="{97BA665B-A036-F417-E305-1D01C28BFB71}"/>
                </a:ext>
              </a:extLst>
            </p:cNvPr>
            <p:cNvSpPr txBox="1"/>
            <p:nvPr/>
          </p:nvSpPr>
          <p:spPr>
            <a:xfrm>
              <a:off x="3913128" y="2475948"/>
              <a:ext cx="453423" cy="184666"/>
            </a:xfrm>
            <a:prstGeom prst="rect">
              <a:avLst/>
            </a:prstGeom>
            <a:noFill/>
          </p:spPr>
          <p:txBody>
            <a:bodyPr wrap="square" lIns="0" tIns="0" rIns="0" bIns="0" rtlCol="0">
              <a:spAutoFit/>
            </a:bodyPr>
            <a:lstStyle/>
            <a:p>
              <a:pPr algn="ctr"/>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85" name="Rechteck 84">
              <a:extLst>
                <a:ext uri="{FF2B5EF4-FFF2-40B4-BE49-F238E27FC236}">
                  <a16:creationId xmlns:a16="http://schemas.microsoft.com/office/drawing/2014/main" id="{7736EB81-72D2-8F21-F01F-03A4EE6E21CD}"/>
                </a:ext>
              </a:extLst>
            </p:cNvPr>
            <p:cNvSpPr/>
            <p:nvPr/>
          </p:nvSpPr>
          <p:spPr>
            <a:xfrm rot="5400000">
              <a:off x="2854484" y="1993599"/>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6" name="Rechteck 85">
              <a:extLst>
                <a:ext uri="{FF2B5EF4-FFF2-40B4-BE49-F238E27FC236}">
                  <a16:creationId xmlns:a16="http://schemas.microsoft.com/office/drawing/2014/main" id="{5DE1FBE1-31CF-A16E-1F35-52D15C5C22B6}"/>
                </a:ext>
              </a:extLst>
            </p:cNvPr>
            <p:cNvSpPr/>
            <p:nvPr/>
          </p:nvSpPr>
          <p:spPr>
            <a:xfrm rot="5400000">
              <a:off x="3657492" y="1993599"/>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7" name="Rechteck 86">
              <a:extLst>
                <a:ext uri="{FF2B5EF4-FFF2-40B4-BE49-F238E27FC236}">
                  <a16:creationId xmlns:a16="http://schemas.microsoft.com/office/drawing/2014/main" id="{33998135-D3CC-6C70-C1E6-D48D16622303}"/>
                </a:ext>
              </a:extLst>
            </p:cNvPr>
            <p:cNvSpPr/>
            <p:nvPr/>
          </p:nvSpPr>
          <p:spPr>
            <a:xfrm rot="5400000">
              <a:off x="4460501" y="1993599"/>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9" name="Textfeld 88">
              <a:extLst>
                <a:ext uri="{FF2B5EF4-FFF2-40B4-BE49-F238E27FC236}">
                  <a16:creationId xmlns:a16="http://schemas.microsoft.com/office/drawing/2014/main" id="{90FD0156-9DA2-5187-7E1E-DD08DD3334BA}"/>
                </a:ext>
              </a:extLst>
            </p:cNvPr>
            <p:cNvSpPr txBox="1"/>
            <p:nvPr/>
          </p:nvSpPr>
          <p:spPr>
            <a:xfrm>
              <a:off x="2172222" y="2483304"/>
              <a:ext cx="723202" cy="369332"/>
            </a:xfrm>
            <a:prstGeom prst="rect">
              <a:avLst/>
            </a:prstGeom>
            <a:noFill/>
          </p:spPr>
          <p:txBody>
            <a:bodyPr wrap="square" lIns="0" tIns="0" rIns="0" bIns="0" rtlCol="0">
              <a:spAutoFit/>
            </a:bodyPr>
            <a:lstStyle/>
            <a:p>
              <a:pPr algn="ctr"/>
              <a:r>
                <a:rPr lang="de-DE" sz="1200" b="1" dirty="0">
                  <a:solidFill>
                    <a:srgbClr val="3C6C7F"/>
                  </a:solidFill>
                </a:rPr>
                <a:t>Noch nicht </a:t>
              </a:r>
            </a:p>
            <a:p>
              <a:pPr algn="ctr"/>
              <a:r>
                <a:rPr lang="de-DE" sz="1200" b="1" dirty="0">
                  <a:solidFill>
                    <a:srgbClr val="3C6C7F"/>
                  </a:solidFill>
                </a:rPr>
                <a:t>gut geeignet </a:t>
              </a:r>
            </a:p>
          </p:txBody>
        </p:sp>
        <p:sp>
          <p:nvSpPr>
            <p:cNvPr id="91" name="Rechteck 90">
              <a:extLst>
                <a:ext uri="{FF2B5EF4-FFF2-40B4-BE49-F238E27FC236}">
                  <a16:creationId xmlns:a16="http://schemas.microsoft.com/office/drawing/2014/main" id="{D3269FE6-7B4A-735D-3EF6-7387E7C70576}"/>
                </a:ext>
              </a:extLst>
            </p:cNvPr>
            <p:cNvSpPr/>
            <p:nvPr/>
          </p:nvSpPr>
          <p:spPr>
            <a:xfrm rot="5400000">
              <a:off x="2714863" y="826521"/>
              <a:ext cx="314873" cy="228296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2" name="Textfeld 91">
              <a:extLst>
                <a:ext uri="{FF2B5EF4-FFF2-40B4-BE49-F238E27FC236}">
                  <a16:creationId xmlns:a16="http://schemas.microsoft.com/office/drawing/2014/main" id="{C7F5FB85-39A8-4BDE-6A88-9964C54F8773}"/>
                </a:ext>
              </a:extLst>
            </p:cNvPr>
            <p:cNvSpPr txBox="1"/>
            <p:nvPr/>
          </p:nvSpPr>
          <p:spPr>
            <a:xfrm>
              <a:off x="1753833" y="1867358"/>
              <a:ext cx="1650715" cy="184666"/>
            </a:xfrm>
            <a:prstGeom prst="rect">
              <a:avLst/>
            </a:prstGeom>
            <a:noFill/>
          </p:spPr>
          <p:txBody>
            <a:bodyPr wrap="square" lIns="0" tIns="0" rIns="0" bIns="0" rtlCol="0">
              <a:spAutoFit/>
            </a:bodyPr>
            <a:lstStyle/>
            <a:p>
              <a:pPr algn="l"/>
              <a:r>
                <a:rPr lang="de-DE" sz="1200" b="1" dirty="0">
                  <a:solidFill>
                    <a:schemeClr val="bg1"/>
                  </a:solidFill>
                </a:rPr>
                <a:t>Besserer Heizkörper</a:t>
              </a:r>
            </a:p>
          </p:txBody>
        </p:sp>
        <p:sp>
          <p:nvSpPr>
            <p:cNvPr id="94" name="Rechteck 93">
              <a:extLst>
                <a:ext uri="{FF2B5EF4-FFF2-40B4-BE49-F238E27FC236}">
                  <a16:creationId xmlns:a16="http://schemas.microsoft.com/office/drawing/2014/main" id="{5997FA08-6293-521F-EE49-69482A7F1A15}"/>
                </a:ext>
              </a:extLst>
            </p:cNvPr>
            <p:cNvSpPr/>
            <p:nvPr/>
          </p:nvSpPr>
          <p:spPr>
            <a:xfrm rot="5400000">
              <a:off x="1894584" y="1223674"/>
              <a:ext cx="314873" cy="642415"/>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5" name="Textfeld 94">
              <a:extLst>
                <a:ext uri="{FF2B5EF4-FFF2-40B4-BE49-F238E27FC236}">
                  <a16:creationId xmlns:a16="http://schemas.microsoft.com/office/drawing/2014/main" id="{54F6B5F5-1A8C-F094-E0EB-6F152CFCD208}"/>
                </a:ext>
              </a:extLst>
            </p:cNvPr>
            <p:cNvSpPr txBox="1"/>
            <p:nvPr/>
          </p:nvSpPr>
          <p:spPr>
            <a:xfrm>
              <a:off x="1753833" y="1441099"/>
              <a:ext cx="642415" cy="184666"/>
            </a:xfrm>
            <a:prstGeom prst="rect">
              <a:avLst/>
            </a:prstGeom>
            <a:noFill/>
          </p:spPr>
          <p:txBody>
            <a:bodyPr wrap="square" lIns="0" tIns="0" rIns="0" bIns="0" rtlCol="0">
              <a:spAutoFit/>
            </a:bodyPr>
            <a:lstStyle/>
            <a:p>
              <a:pPr algn="l"/>
              <a:r>
                <a:rPr lang="de-DE" sz="1200" b="1" dirty="0">
                  <a:solidFill>
                    <a:schemeClr val="bg1"/>
                  </a:solidFill>
                </a:rPr>
                <a:t>Aktuell</a:t>
              </a:r>
            </a:p>
          </p:txBody>
        </p:sp>
        <p:sp>
          <p:nvSpPr>
            <p:cNvPr id="97" name="Textfeld 96">
              <a:extLst>
                <a:ext uri="{FF2B5EF4-FFF2-40B4-BE49-F238E27FC236}">
                  <a16:creationId xmlns:a16="http://schemas.microsoft.com/office/drawing/2014/main" id="{58ACC41F-ADB9-8940-1873-A8655C7226F4}"/>
                </a:ext>
              </a:extLst>
            </p:cNvPr>
            <p:cNvSpPr txBox="1"/>
            <p:nvPr/>
          </p:nvSpPr>
          <p:spPr>
            <a:xfrm>
              <a:off x="2975230" y="2483304"/>
              <a:ext cx="723202" cy="369332"/>
            </a:xfrm>
            <a:prstGeom prst="rect">
              <a:avLst/>
            </a:prstGeom>
            <a:noFill/>
          </p:spPr>
          <p:txBody>
            <a:bodyPr wrap="square" lIns="0" tIns="0" rIns="0" bIns="0" rtlCol="0">
              <a:spAutoFit/>
            </a:bodyPr>
            <a:lstStyle/>
            <a:p>
              <a:pPr algn="ctr"/>
              <a:r>
                <a:rPr lang="de-DE" sz="1200" b="1" dirty="0">
                  <a:solidFill>
                    <a:srgbClr val="3C6C7F"/>
                  </a:solidFill>
                </a:rPr>
                <a:t>eingeschränkt</a:t>
              </a:r>
            </a:p>
            <a:p>
              <a:pPr algn="ctr"/>
              <a:r>
                <a:rPr lang="de-DE" sz="1200" b="1" dirty="0">
                  <a:solidFill>
                    <a:srgbClr val="3C6C7F"/>
                  </a:solidFill>
                </a:rPr>
                <a:t>geeignet </a:t>
              </a:r>
            </a:p>
          </p:txBody>
        </p:sp>
      </p:grpSp>
      <p:sp>
        <p:nvSpPr>
          <p:cNvPr id="100" name="Textfeld 99">
            <a:extLst>
              <a:ext uri="{FF2B5EF4-FFF2-40B4-BE49-F238E27FC236}">
                <a16:creationId xmlns:a16="http://schemas.microsoft.com/office/drawing/2014/main" id="{EC8E230F-705E-08B8-3592-1479F2B9924B}"/>
              </a:ext>
            </a:extLst>
          </p:cNvPr>
          <p:cNvSpPr txBox="1"/>
          <p:nvPr/>
        </p:nvSpPr>
        <p:spPr>
          <a:xfrm>
            <a:off x="1666542" y="3050784"/>
            <a:ext cx="4123766" cy="307777"/>
          </a:xfrm>
          <a:prstGeom prst="rect">
            <a:avLst/>
          </a:prstGeom>
          <a:noFill/>
        </p:spPr>
        <p:txBody>
          <a:bodyPr wrap="square">
            <a:spAutoFit/>
          </a:bodyPr>
          <a:lstStyle/>
          <a:p>
            <a:pPr algn="l"/>
            <a:r>
              <a:rPr lang="de-DE" sz="1400" b="1" dirty="0">
                <a:solidFill>
                  <a:schemeClr val="bg2">
                    <a:lumMod val="50000"/>
                  </a:schemeClr>
                </a:solidFill>
              </a:rPr>
              <a:t>Kalkulierte Heizleistung und Deckungsgrad </a:t>
            </a:r>
            <a:endParaRPr lang="de-DE" sz="1400" dirty="0">
              <a:solidFill>
                <a:schemeClr val="bg2">
                  <a:lumMod val="50000"/>
                </a:schemeClr>
              </a:solidFill>
            </a:endParaRPr>
          </a:p>
        </p:txBody>
      </p:sp>
    </p:spTree>
    <p:extLst>
      <p:ext uri="{BB962C8B-B14F-4D97-AF65-F5344CB8AC3E}">
        <p14:creationId xmlns:p14="http://schemas.microsoft.com/office/powerpoint/2010/main" val="1221242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uppieren 59">
            <a:extLst>
              <a:ext uri="{FF2B5EF4-FFF2-40B4-BE49-F238E27FC236}">
                <a16:creationId xmlns:a16="http://schemas.microsoft.com/office/drawing/2014/main" id="{9B60E071-42D7-8F5D-9A28-CA10F0C00936}"/>
              </a:ext>
            </a:extLst>
          </p:cNvPr>
          <p:cNvGrpSpPr/>
          <p:nvPr/>
        </p:nvGrpSpPr>
        <p:grpSpPr>
          <a:xfrm>
            <a:off x="526811" y="8434209"/>
            <a:ext cx="3212036" cy="2499549"/>
            <a:chOff x="526811" y="2396743"/>
            <a:chExt cx="3212036" cy="1007660"/>
          </a:xfrm>
        </p:grpSpPr>
        <p:cxnSp>
          <p:nvCxnSpPr>
            <p:cNvPr id="45" name="Gerader Verbinder 44">
              <a:extLst>
                <a:ext uri="{FF2B5EF4-FFF2-40B4-BE49-F238E27FC236}">
                  <a16:creationId xmlns:a16="http://schemas.microsoft.com/office/drawing/2014/main" id="{B187E012-A53F-78BC-BECF-D9F7047C876D}"/>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68208826-1BA2-2AB0-6CAD-83F2EEE61E41}"/>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85517BC3-C4DA-F7EC-93DE-5EB5DD557DAC}"/>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F57814FB-FD9A-7F35-25A6-2C8E33F021E1}"/>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F78901F-C81E-53B9-F72F-2459A09BDABC}"/>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27" name="Textfeld 26">
            <a:extLst>
              <a:ext uri="{FF2B5EF4-FFF2-40B4-BE49-F238E27FC236}">
                <a16:creationId xmlns:a16="http://schemas.microsoft.com/office/drawing/2014/main" id="{A972FB0A-5456-5E91-DC13-1981FE347F0F}"/>
              </a:ext>
            </a:extLst>
          </p:cNvPr>
          <p:cNvSpPr txBox="1"/>
          <p:nvPr/>
        </p:nvSpPr>
        <p:spPr>
          <a:xfrm>
            <a:off x="1666542" y="2008074"/>
            <a:ext cx="4123766" cy="307777"/>
          </a:xfrm>
          <a:prstGeom prst="rect">
            <a:avLst/>
          </a:prstGeom>
          <a:noFill/>
        </p:spPr>
        <p:txBody>
          <a:bodyPr wrap="square">
            <a:spAutoFit/>
          </a:bodyPr>
          <a:lstStyle/>
          <a:p>
            <a:pPr algn="l"/>
            <a:r>
              <a:rPr lang="de-DE" sz="1400" b="1" dirty="0">
                <a:solidFill>
                  <a:schemeClr val="bg2">
                    <a:lumMod val="50000"/>
                  </a:schemeClr>
                </a:solidFill>
              </a:rPr>
              <a:t>Kalkulierte Raumheizlast</a:t>
            </a:r>
            <a:endParaRPr lang="de-DE" sz="1400" dirty="0">
              <a:solidFill>
                <a:schemeClr val="bg2">
                  <a:lumMod val="50000"/>
                </a:schemeClr>
              </a:solidFill>
            </a:endParaRPr>
          </a:p>
        </p:txBody>
      </p:sp>
      <p:sp>
        <p:nvSpPr>
          <p:cNvPr id="19" name="Textfeld 18">
            <a:extLst>
              <a:ext uri="{FF2B5EF4-FFF2-40B4-BE49-F238E27FC236}">
                <a16:creationId xmlns:a16="http://schemas.microsoft.com/office/drawing/2014/main" id="{00C2AA0D-478F-125D-097C-7FE9ED010ED7}"/>
              </a:ext>
            </a:extLst>
          </p:cNvPr>
          <p:cNvSpPr txBox="1"/>
          <p:nvPr/>
        </p:nvSpPr>
        <p:spPr>
          <a:xfrm>
            <a:off x="3352801" y="3298160"/>
            <a:ext cx="4123766" cy="1600438"/>
          </a:xfrm>
          <a:prstGeom prst="rect">
            <a:avLst/>
          </a:prstGeom>
          <a:noFill/>
        </p:spPr>
        <p:txBody>
          <a:bodyPr wrap="square">
            <a:spAutoFit/>
          </a:bodyPr>
          <a:lstStyle/>
          <a:p>
            <a:r>
              <a:rPr lang="de-DE" sz="1400" b="1" dirty="0">
                <a:solidFill>
                  <a:srgbClr val="3C6C7F"/>
                </a:solidFill>
              </a:rPr>
              <a:t>Noch nicht geeignet ohne Maßnahmen</a:t>
            </a:r>
          </a:p>
          <a:p>
            <a:r>
              <a:rPr lang="de-DE" sz="1400" dirty="0"/>
              <a:t>Jetzt ist Optimierung gefragt.</a:t>
            </a:r>
          </a:p>
          <a:p>
            <a:r>
              <a:rPr lang="de-DE" sz="1400" dirty="0"/>
              <a:t>Die Heizlast ist sehr hoch. Für den sinnvollen Einsatz einer Wärmepumpe ist eine energetische Verbesserung der Gebäudehülle – insbesondere durch [Dämmung der Außenwand und … ] – voraussichtlich notwendig.</a:t>
            </a:r>
          </a:p>
        </p:txBody>
      </p:sp>
      <p:pic>
        <p:nvPicPr>
          <p:cNvPr id="46" name="Grafik 45">
            <a:extLst>
              <a:ext uri="{FF2B5EF4-FFF2-40B4-BE49-F238E27FC236}">
                <a16:creationId xmlns:a16="http://schemas.microsoft.com/office/drawing/2014/main" id="{10F93360-BD9E-6B9E-7551-1735A92259C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732610" y="3394983"/>
            <a:ext cx="530489" cy="491061"/>
          </a:xfrm>
          <a:prstGeom prst="rect">
            <a:avLst/>
          </a:prstGeom>
        </p:spPr>
      </p:pic>
      <p:pic>
        <p:nvPicPr>
          <p:cNvPr id="47" name="Grafik 46">
            <a:extLst>
              <a:ext uri="{FF2B5EF4-FFF2-40B4-BE49-F238E27FC236}">
                <a16:creationId xmlns:a16="http://schemas.microsoft.com/office/drawing/2014/main" id="{E04CDFC6-FF2F-B1A3-D9C8-C443FE5185F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459757" y="3394983"/>
            <a:ext cx="463619" cy="490301"/>
          </a:xfrm>
          <a:prstGeom prst="rect">
            <a:avLst/>
          </a:prstGeom>
        </p:spPr>
      </p:pic>
      <p:pic>
        <p:nvPicPr>
          <p:cNvPr id="48" name="Grafik 47">
            <a:extLst>
              <a:ext uri="{FF2B5EF4-FFF2-40B4-BE49-F238E27FC236}">
                <a16:creationId xmlns:a16="http://schemas.microsoft.com/office/drawing/2014/main" id="{2E739B46-A622-91D2-C684-F7DE5219EDF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455994" y="4070710"/>
            <a:ext cx="430585" cy="490301"/>
          </a:xfrm>
          <a:prstGeom prst="rect">
            <a:avLst/>
          </a:prstGeom>
        </p:spPr>
      </p:pic>
      <p:pic>
        <p:nvPicPr>
          <p:cNvPr id="49" name="Grafik 48">
            <a:extLst>
              <a:ext uri="{FF2B5EF4-FFF2-40B4-BE49-F238E27FC236}">
                <a16:creationId xmlns:a16="http://schemas.microsoft.com/office/drawing/2014/main" id="{80A65AAA-2833-480C-7955-76A613428A9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732610" y="4070710"/>
            <a:ext cx="497787" cy="490301"/>
          </a:xfrm>
          <a:prstGeom prst="rect">
            <a:avLst/>
          </a:prstGeom>
        </p:spPr>
      </p:pic>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68431" y="5714842"/>
            <a:ext cx="713613" cy="860400"/>
          </a:xfrm>
          <a:prstGeom prst="rect">
            <a:avLst/>
          </a:prstGeom>
        </p:spPr>
      </p:pic>
      <p:sp>
        <p:nvSpPr>
          <p:cNvPr id="98" name="Ellipse 97">
            <a:extLst>
              <a:ext uri="{FF2B5EF4-FFF2-40B4-BE49-F238E27FC236}">
                <a16:creationId xmlns:a16="http://schemas.microsoft.com/office/drawing/2014/main" id="{38960222-A857-7108-C352-641BF1093DCE}"/>
              </a:ext>
            </a:extLst>
          </p:cNvPr>
          <p:cNvSpPr/>
          <p:nvPr/>
        </p:nvSpPr>
        <p:spPr>
          <a:xfrm>
            <a:off x="8264611" y="3397340"/>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R2</a:t>
            </a:r>
          </a:p>
        </p:txBody>
      </p:sp>
      <p:sp>
        <p:nvSpPr>
          <p:cNvPr id="18" name="Textfeld 17">
            <a:extLst>
              <a:ext uri="{FF2B5EF4-FFF2-40B4-BE49-F238E27FC236}">
                <a16:creationId xmlns:a16="http://schemas.microsoft.com/office/drawing/2014/main" id="{34E7FB28-92D6-C9AF-4C92-E7A3DF9E52F9}"/>
              </a:ext>
            </a:extLst>
          </p:cNvPr>
          <p:cNvSpPr txBox="1"/>
          <p:nvPr/>
        </p:nvSpPr>
        <p:spPr>
          <a:xfrm>
            <a:off x="545393" y="9734635"/>
            <a:ext cx="1332535"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8" name="Rechteck 7">
            <a:extLst>
              <a:ext uri="{FF2B5EF4-FFF2-40B4-BE49-F238E27FC236}">
                <a16:creationId xmlns:a16="http://schemas.microsoft.com/office/drawing/2014/main" id="{F6D82C11-19EE-B2BF-312B-4CA70421D755}"/>
              </a:ext>
            </a:extLst>
          </p:cNvPr>
          <p:cNvSpPr/>
          <p:nvPr/>
        </p:nvSpPr>
        <p:spPr>
          <a:xfrm rot="5400000">
            <a:off x="1832045" y="932072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C7F9EE-A055-D175-095C-5117F8A95288}"/>
              </a:ext>
            </a:extLst>
          </p:cNvPr>
          <p:cNvSpPr/>
          <p:nvPr/>
        </p:nvSpPr>
        <p:spPr>
          <a:xfrm rot="5400000">
            <a:off x="1509248" y="8695409"/>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1864CDA0-1319-C790-2B66-487E2C9F71AE}"/>
              </a:ext>
            </a:extLst>
          </p:cNvPr>
          <p:cNvSpPr/>
          <p:nvPr/>
        </p:nvSpPr>
        <p:spPr>
          <a:xfrm rot="5400000">
            <a:off x="690127" y="8574576"/>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BFF798AF-93F3-E370-039C-33518DBCEC42}"/>
              </a:ext>
            </a:extLst>
          </p:cNvPr>
          <p:cNvSpPr txBox="1"/>
          <p:nvPr/>
        </p:nvSpPr>
        <p:spPr>
          <a:xfrm>
            <a:off x="545393" y="8791547"/>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pic>
        <p:nvPicPr>
          <p:cNvPr id="24" name="Grafik 23">
            <a:extLst>
              <a:ext uri="{FF2B5EF4-FFF2-40B4-BE49-F238E27FC236}">
                <a16:creationId xmlns:a16="http://schemas.microsoft.com/office/drawing/2014/main" id="{5087138F-19F5-8605-80A5-FF244CB20AF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2243" y="10517149"/>
            <a:ext cx="417734" cy="503658"/>
          </a:xfrm>
          <a:prstGeom prst="rect">
            <a:avLst/>
          </a:prstGeom>
        </p:spPr>
      </p:pic>
      <p:pic>
        <p:nvPicPr>
          <p:cNvPr id="26" name="Grafik 25">
            <a:extLst>
              <a:ext uri="{FF2B5EF4-FFF2-40B4-BE49-F238E27FC236}">
                <a16:creationId xmlns:a16="http://schemas.microsoft.com/office/drawing/2014/main" id="{D78D90D9-3572-F18B-86F8-CB7DADB825B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0" y="8650091"/>
            <a:ext cx="459190" cy="459190"/>
          </a:xfrm>
          <a:prstGeom prst="rect">
            <a:avLst/>
          </a:prstGeom>
        </p:spPr>
      </p:pic>
      <p:sp>
        <p:nvSpPr>
          <p:cNvPr id="28" name="Textfeld 27">
            <a:extLst>
              <a:ext uri="{FF2B5EF4-FFF2-40B4-BE49-F238E27FC236}">
                <a16:creationId xmlns:a16="http://schemas.microsoft.com/office/drawing/2014/main" id="{2E6C7BD1-93B9-F837-5B02-362EA53D2C89}"/>
              </a:ext>
            </a:extLst>
          </p:cNvPr>
          <p:cNvSpPr txBox="1"/>
          <p:nvPr/>
        </p:nvSpPr>
        <p:spPr>
          <a:xfrm>
            <a:off x="545393" y="10676645"/>
            <a:ext cx="2079530" cy="184666"/>
          </a:xfrm>
          <a:prstGeom prst="rect">
            <a:avLst/>
          </a:prstGeom>
          <a:noFill/>
        </p:spPr>
        <p:txBody>
          <a:bodyPr wrap="square" lIns="0" tIns="0" rIns="0" bIns="0" rtlCol="0">
            <a:spAutoFit/>
          </a:bodyPr>
          <a:lstStyle/>
          <a:p>
            <a:pPr algn="l"/>
            <a:r>
              <a:rPr lang="de-DE" sz="1200" b="1" dirty="0">
                <a:solidFill>
                  <a:schemeClr val="bg1"/>
                </a:solidFill>
              </a:rPr>
              <a:t>Größerer Heizkörper</a:t>
            </a:r>
          </a:p>
        </p:txBody>
      </p:sp>
      <p:pic>
        <p:nvPicPr>
          <p:cNvPr id="40" name="Grafik 39">
            <a:extLst>
              <a:ext uri="{FF2B5EF4-FFF2-40B4-BE49-F238E27FC236}">
                <a16:creationId xmlns:a16="http://schemas.microsoft.com/office/drawing/2014/main" id="{17BF67FD-09C0-E281-78D1-C14EBC3122C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954" y="9603714"/>
            <a:ext cx="299435" cy="433225"/>
          </a:xfrm>
          <a:prstGeom prst="rect">
            <a:avLst/>
          </a:prstGeom>
        </p:spPr>
      </p:pic>
      <p:sp>
        <p:nvSpPr>
          <p:cNvPr id="42" name="Rechteck 41">
            <a:extLst>
              <a:ext uri="{FF2B5EF4-FFF2-40B4-BE49-F238E27FC236}">
                <a16:creationId xmlns:a16="http://schemas.microsoft.com/office/drawing/2014/main" id="{3C655673-B08A-D4DB-BD27-9889AD2C7279}"/>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5</a:t>
            </a:r>
          </a:p>
          <a:p>
            <a:pPr algn="ctr"/>
            <a:r>
              <a:rPr lang="de-DE" sz="1200" dirty="0">
                <a:sym typeface="Wingdings" panose="05000000000000000000" pitchFamily="2" charset="2"/>
              </a:rPr>
              <a:t> </a:t>
            </a:r>
            <a:r>
              <a:rPr lang="de-DE" sz="1200" dirty="0"/>
              <a:t>favorisiert</a:t>
            </a:r>
          </a:p>
        </p:txBody>
      </p:sp>
      <p:sp>
        <p:nvSpPr>
          <p:cNvPr id="54" name="Rechteck 53">
            <a:extLst>
              <a:ext uri="{FF2B5EF4-FFF2-40B4-BE49-F238E27FC236}">
                <a16:creationId xmlns:a16="http://schemas.microsoft.com/office/drawing/2014/main" id="{3285F8C0-E34F-1BBE-8D0A-9CDFB74090F8}"/>
              </a:ext>
            </a:extLst>
          </p:cNvPr>
          <p:cNvSpPr/>
          <p:nvPr/>
        </p:nvSpPr>
        <p:spPr>
          <a:xfrm rot="5400000">
            <a:off x="847474" y="8058167"/>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4C320117-3EFC-C978-0770-8AA5E4C63A7C}"/>
              </a:ext>
            </a:extLst>
          </p:cNvPr>
          <p:cNvSpPr txBox="1"/>
          <p:nvPr/>
        </p:nvSpPr>
        <p:spPr>
          <a:xfrm>
            <a:off x="2933572" y="8185681"/>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56" name="Rechteck 55">
            <a:extLst>
              <a:ext uri="{FF2B5EF4-FFF2-40B4-BE49-F238E27FC236}">
                <a16:creationId xmlns:a16="http://schemas.microsoft.com/office/drawing/2014/main" id="{F7933C19-2533-9AB8-ACFE-94E2039B7779}"/>
              </a:ext>
            </a:extLst>
          </p:cNvPr>
          <p:cNvSpPr/>
          <p:nvPr/>
        </p:nvSpPr>
        <p:spPr>
          <a:xfrm rot="5400000">
            <a:off x="1650482" y="8058167"/>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5951A2A9-A716-64F2-9AC8-0019DF70FD74}"/>
              </a:ext>
            </a:extLst>
          </p:cNvPr>
          <p:cNvSpPr/>
          <p:nvPr/>
        </p:nvSpPr>
        <p:spPr>
          <a:xfrm rot="5400000">
            <a:off x="2453490" y="8058167"/>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7D2A618E-0D7C-0DD0-5200-7D6CD8C73619}"/>
              </a:ext>
            </a:extLst>
          </p:cNvPr>
          <p:cNvSpPr/>
          <p:nvPr/>
        </p:nvSpPr>
        <p:spPr>
          <a:xfrm rot="5400000">
            <a:off x="3256499" y="8058167"/>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3D90839D-5F05-3A51-EFE1-745B48C291DA}"/>
              </a:ext>
            </a:extLst>
          </p:cNvPr>
          <p:cNvSpPr txBox="1"/>
          <p:nvPr/>
        </p:nvSpPr>
        <p:spPr>
          <a:xfrm>
            <a:off x="526813" y="8185684"/>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61" name="Rechteck 60">
            <a:extLst>
              <a:ext uri="{FF2B5EF4-FFF2-40B4-BE49-F238E27FC236}">
                <a16:creationId xmlns:a16="http://schemas.microsoft.com/office/drawing/2014/main" id="{217E427C-CD26-0D3E-D42A-F994D6B78195}"/>
              </a:ext>
            </a:extLst>
          </p:cNvPr>
          <p:cNvSpPr/>
          <p:nvPr/>
        </p:nvSpPr>
        <p:spPr>
          <a:xfrm>
            <a:off x="2263099" y="10041132"/>
            <a:ext cx="1713238" cy="62843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Nur darstellen, wenn größerer HK erforderlich</a:t>
            </a:r>
          </a:p>
        </p:txBody>
      </p:sp>
      <p:sp>
        <p:nvSpPr>
          <p:cNvPr id="63" name="Textfeld 62">
            <a:extLst>
              <a:ext uri="{FF2B5EF4-FFF2-40B4-BE49-F238E27FC236}">
                <a16:creationId xmlns:a16="http://schemas.microsoft.com/office/drawing/2014/main" id="{A3A7031C-9DB1-AFB9-FF56-93D94A059DFB}"/>
              </a:ext>
            </a:extLst>
          </p:cNvPr>
          <p:cNvSpPr txBox="1"/>
          <p:nvPr/>
        </p:nvSpPr>
        <p:spPr>
          <a:xfrm>
            <a:off x="405491" y="6798699"/>
            <a:ext cx="2209017" cy="400110"/>
          </a:xfrm>
          <a:prstGeom prst="rect">
            <a:avLst/>
          </a:prstGeom>
          <a:noFill/>
        </p:spPr>
        <p:txBody>
          <a:bodyPr wrap="square">
            <a:spAutoFit/>
          </a:bodyPr>
          <a:lstStyle/>
          <a:p>
            <a:pPr algn="l"/>
            <a:r>
              <a:rPr lang="de-DE" sz="2000" b="1" dirty="0">
                <a:solidFill>
                  <a:schemeClr val="bg2">
                    <a:lumMod val="50000"/>
                  </a:schemeClr>
                </a:solidFill>
              </a:rPr>
              <a:t>Heizkörper </a:t>
            </a:r>
          </a:p>
        </p:txBody>
      </p:sp>
      <p:sp>
        <p:nvSpPr>
          <p:cNvPr id="65" name="Textfeld 64">
            <a:extLst>
              <a:ext uri="{FF2B5EF4-FFF2-40B4-BE49-F238E27FC236}">
                <a16:creationId xmlns:a16="http://schemas.microsoft.com/office/drawing/2014/main" id="{33C80A04-F5CB-93F8-687D-411C1266E947}"/>
              </a:ext>
            </a:extLst>
          </p:cNvPr>
          <p:cNvSpPr txBox="1"/>
          <p:nvPr/>
        </p:nvSpPr>
        <p:spPr>
          <a:xfrm>
            <a:off x="4056382" y="9459293"/>
            <a:ext cx="4572000" cy="1384995"/>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a:t>
            </a:r>
          </a:p>
        </p:txBody>
      </p:sp>
      <p:sp>
        <p:nvSpPr>
          <p:cNvPr id="68" name="Ellipse 67">
            <a:extLst>
              <a:ext uri="{FF2B5EF4-FFF2-40B4-BE49-F238E27FC236}">
                <a16:creationId xmlns:a16="http://schemas.microsoft.com/office/drawing/2014/main" id="{0D7773DD-A8A5-FAED-5FCD-C3F8F95FE779}"/>
              </a:ext>
            </a:extLst>
          </p:cNvPr>
          <p:cNvSpPr/>
          <p:nvPr/>
        </p:nvSpPr>
        <p:spPr>
          <a:xfrm>
            <a:off x="8026334" y="9459293"/>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sp>
        <p:nvSpPr>
          <p:cNvPr id="69" name="Textfeld 68">
            <a:extLst>
              <a:ext uri="{FF2B5EF4-FFF2-40B4-BE49-F238E27FC236}">
                <a16:creationId xmlns:a16="http://schemas.microsoft.com/office/drawing/2014/main" id="{96AF1CC0-E31C-6B2C-75DA-E76614D56F94}"/>
              </a:ext>
            </a:extLst>
          </p:cNvPr>
          <p:cNvSpPr txBox="1"/>
          <p:nvPr/>
        </p:nvSpPr>
        <p:spPr>
          <a:xfrm>
            <a:off x="1646206" y="745426"/>
            <a:ext cx="5830361" cy="1169551"/>
          </a:xfrm>
          <a:prstGeom prst="rect">
            <a:avLst/>
          </a:prstGeom>
          <a:noFill/>
        </p:spPr>
        <p:txBody>
          <a:bodyPr wrap="square">
            <a:spAutoFit/>
          </a:bodyPr>
          <a:lstStyle/>
          <a:p>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Nicht niedertemperaturfähig (NT-</a:t>
            </a:r>
            <a:r>
              <a:rPr lang="de-DE" sz="1400" b="1" kern="100" dirty="0" err="1">
                <a:solidFill>
                  <a:srgbClr val="3C6C7F"/>
                </a:solidFill>
                <a:effectLst/>
                <a:latin typeface="Aptos" panose="020B0004020202020204" pitchFamily="34" charset="0"/>
                <a:ea typeface="Aptos" panose="020B0004020202020204" pitchFamily="34" charset="0"/>
                <a:cs typeface="Times New Roman" panose="02020603050405020304" pitchFamily="18" charset="0"/>
              </a:rPr>
              <a:t>ready</a:t>
            </a:r>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a:t>
            </a:r>
          </a:p>
          <a:p>
            <a:r>
              <a:rPr lang="de-DE" sz="1400" dirty="0"/>
              <a:t>Noch nicht geeignet, sehr hohe Vorlauftemperatur nötig.</a:t>
            </a:r>
          </a:p>
          <a:p>
            <a:r>
              <a:rPr lang="de-DE" sz="1400" dirty="0"/>
              <a:t>In diesem Zustand kann der Raum nur sehr ineffizient mit einer Wärmepumpe beheizt werden – der Stromverbrauch wäre deutlich zu hoch. Nachfolgend finden Sie Hinweise, wie sich die Eignung Ihres Gebäudes verbessern lässt. </a:t>
            </a:r>
          </a:p>
        </p:txBody>
      </p:sp>
      <p:sp>
        <p:nvSpPr>
          <p:cNvPr id="70" name="Ellipse 69">
            <a:extLst>
              <a:ext uri="{FF2B5EF4-FFF2-40B4-BE49-F238E27FC236}">
                <a16:creationId xmlns:a16="http://schemas.microsoft.com/office/drawing/2014/main" id="{553BFEF0-4F62-BE2C-1732-7C49DEEF4F4A}"/>
              </a:ext>
            </a:extLst>
          </p:cNvPr>
          <p:cNvSpPr/>
          <p:nvPr/>
        </p:nvSpPr>
        <p:spPr>
          <a:xfrm>
            <a:off x="8264611" y="745426"/>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R1</a:t>
            </a:r>
          </a:p>
        </p:txBody>
      </p:sp>
      <p:sp>
        <p:nvSpPr>
          <p:cNvPr id="71" name="Textfeld 70">
            <a:extLst>
              <a:ext uri="{FF2B5EF4-FFF2-40B4-BE49-F238E27FC236}">
                <a16:creationId xmlns:a16="http://schemas.microsoft.com/office/drawing/2014/main" id="{ACC90D08-A62E-BEE6-DA61-357776FF6A50}"/>
              </a:ext>
            </a:extLst>
          </p:cNvPr>
          <p:cNvSpPr txBox="1"/>
          <p:nvPr/>
        </p:nvSpPr>
        <p:spPr>
          <a:xfrm>
            <a:off x="545393" y="9733303"/>
            <a:ext cx="2079530"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74" name="Textfeld 73">
            <a:extLst>
              <a:ext uri="{FF2B5EF4-FFF2-40B4-BE49-F238E27FC236}">
                <a16:creationId xmlns:a16="http://schemas.microsoft.com/office/drawing/2014/main" id="{3369BF74-D80B-DDBC-3C5A-0B66C3C32A25}"/>
              </a:ext>
            </a:extLst>
          </p:cNvPr>
          <p:cNvSpPr txBox="1"/>
          <p:nvPr/>
        </p:nvSpPr>
        <p:spPr>
          <a:xfrm>
            <a:off x="405491" y="7152926"/>
            <a:ext cx="1583985" cy="830997"/>
          </a:xfrm>
          <a:prstGeom prst="rect">
            <a:avLst/>
          </a:prstGeom>
          <a:noFill/>
        </p:spPr>
        <p:txBody>
          <a:bodyPr wrap="square">
            <a:spAutoFit/>
          </a:bodyPr>
          <a:lstStyle/>
          <a:p>
            <a:pPr algn="l"/>
            <a:r>
              <a:rPr lang="de-DE" sz="1600" b="1" dirty="0">
                <a:solidFill>
                  <a:schemeClr val="bg2">
                    <a:lumMod val="50000"/>
                  </a:schemeClr>
                </a:solidFill>
              </a:rPr>
              <a:t>Aktuell</a:t>
            </a:r>
            <a:r>
              <a:rPr lang="de-DE" sz="1600" dirty="0">
                <a:solidFill>
                  <a:schemeClr val="bg2">
                    <a:lumMod val="50000"/>
                  </a:schemeClr>
                </a:solidFill>
              </a:rPr>
              <a:t> </a:t>
            </a:r>
          </a:p>
          <a:p>
            <a:pPr algn="l"/>
            <a:r>
              <a:rPr lang="de-DE" sz="1600" dirty="0">
                <a:solidFill>
                  <a:schemeClr val="bg2">
                    <a:lumMod val="50000"/>
                  </a:schemeClr>
                </a:solidFill>
              </a:rPr>
              <a:t>550 Watt</a:t>
            </a:r>
          </a:p>
          <a:p>
            <a:pPr algn="l"/>
            <a:r>
              <a:rPr lang="de-DE" sz="1600" dirty="0">
                <a:solidFill>
                  <a:schemeClr val="bg2">
                    <a:lumMod val="50000"/>
                  </a:schemeClr>
                </a:solidFill>
              </a:rPr>
              <a:t>40 % Deckung</a:t>
            </a:r>
          </a:p>
        </p:txBody>
      </p:sp>
      <p:sp>
        <p:nvSpPr>
          <p:cNvPr id="75" name="Textfeld 74">
            <a:extLst>
              <a:ext uri="{FF2B5EF4-FFF2-40B4-BE49-F238E27FC236}">
                <a16:creationId xmlns:a16="http://schemas.microsoft.com/office/drawing/2014/main" id="{75031085-AF4A-0C33-A322-EC13C7CF0EA1}"/>
              </a:ext>
            </a:extLst>
          </p:cNvPr>
          <p:cNvSpPr txBox="1"/>
          <p:nvPr/>
        </p:nvSpPr>
        <p:spPr>
          <a:xfrm>
            <a:off x="1989480" y="7152926"/>
            <a:ext cx="1942727" cy="830997"/>
          </a:xfrm>
          <a:prstGeom prst="rect">
            <a:avLst/>
          </a:prstGeom>
          <a:noFill/>
        </p:spPr>
        <p:txBody>
          <a:bodyPr wrap="square">
            <a:spAutoFit/>
          </a:bodyPr>
          <a:lstStyle/>
          <a:p>
            <a:pPr algn="l"/>
            <a:r>
              <a:rPr lang="de-DE" sz="1600" b="1" dirty="0">
                <a:solidFill>
                  <a:schemeClr val="bg2">
                    <a:lumMod val="50000"/>
                  </a:schemeClr>
                </a:solidFill>
              </a:rPr>
              <a:t>Neuer Heizkörper</a:t>
            </a:r>
            <a:endParaRPr lang="de-DE" sz="1600" dirty="0">
              <a:solidFill>
                <a:schemeClr val="bg2">
                  <a:lumMod val="50000"/>
                </a:schemeClr>
              </a:solidFill>
            </a:endParaRPr>
          </a:p>
          <a:p>
            <a:pPr algn="l"/>
            <a:r>
              <a:rPr lang="de-DE" sz="1600" dirty="0">
                <a:solidFill>
                  <a:schemeClr val="bg2">
                    <a:lumMod val="50000"/>
                  </a:schemeClr>
                </a:solidFill>
              </a:rPr>
              <a:t>1.100 Watt (Typ 33)</a:t>
            </a:r>
          </a:p>
          <a:p>
            <a:pPr algn="l"/>
            <a:r>
              <a:rPr lang="de-DE" sz="1600" dirty="0">
                <a:solidFill>
                  <a:schemeClr val="bg2">
                    <a:lumMod val="50000"/>
                  </a:schemeClr>
                </a:solidFill>
              </a:rPr>
              <a:t>90 % Deckung</a:t>
            </a:r>
          </a:p>
        </p:txBody>
      </p:sp>
      <p:sp>
        <p:nvSpPr>
          <p:cNvPr id="2" name="Rechteck: abgerundete Ecken 1">
            <a:extLst>
              <a:ext uri="{FF2B5EF4-FFF2-40B4-BE49-F238E27FC236}">
                <a16:creationId xmlns:a16="http://schemas.microsoft.com/office/drawing/2014/main" id="{AF6169E0-A7A9-33D0-A142-0758011BC6CA}"/>
              </a:ext>
            </a:extLst>
          </p:cNvPr>
          <p:cNvSpPr/>
          <p:nvPr/>
        </p:nvSpPr>
        <p:spPr>
          <a:xfrm>
            <a:off x="1666542" y="5065052"/>
            <a:ext cx="5810026" cy="1815882"/>
          </a:xfrm>
          <a:prstGeom prst="roundRect">
            <a:avLst/>
          </a:prstGeom>
          <a:noFill/>
          <a:ln w="19050">
            <a:solidFill>
              <a:srgbClr val="C940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feld 2">
            <a:extLst>
              <a:ext uri="{FF2B5EF4-FFF2-40B4-BE49-F238E27FC236}">
                <a16:creationId xmlns:a16="http://schemas.microsoft.com/office/drawing/2014/main" id="{A3417E98-7E4B-BFD3-B024-149FC366E55B}"/>
              </a:ext>
            </a:extLst>
          </p:cNvPr>
          <p:cNvSpPr txBox="1"/>
          <p:nvPr/>
        </p:nvSpPr>
        <p:spPr>
          <a:xfrm>
            <a:off x="1732611" y="5090455"/>
            <a:ext cx="5678780" cy="1815882"/>
          </a:xfrm>
          <a:prstGeom prst="rect">
            <a:avLst/>
          </a:prstGeom>
          <a:noFill/>
        </p:spPr>
        <p:txBody>
          <a:bodyPr wrap="square">
            <a:spAutoFit/>
          </a:bodyPr>
          <a:lstStyle/>
          <a:p>
            <a:r>
              <a:rPr lang="de-DE" sz="1400" b="1" kern="100" dirty="0">
                <a:solidFill>
                  <a:srgbClr val="C9401B"/>
                </a:solidFill>
                <a:effectLst/>
                <a:latin typeface="Aptos" panose="020B0004020202020204" pitchFamily="34" charset="0"/>
                <a:ea typeface="Aptos" panose="020B0004020202020204" pitchFamily="34" charset="0"/>
                <a:cs typeface="Times New Roman" panose="02020603050405020304" pitchFamily="18" charset="0"/>
              </a:rPr>
              <a:t>Achtung! Hohe Raumtemperatur gewählt</a:t>
            </a:r>
          </a:p>
          <a:p>
            <a:r>
              <a:rPr lang="de-DE" sz="1400" dirty="0"/>
              <a:t>Die angegebene Raumtemperatur ist vergleichsweise hoch. </a:t>
            </a:r>
          </a:p>
          <a:p>
            <a:r>
              <a:rPr lang="de-DE" sz="1400" dirty="0"/>
              <a:t>Typischerweise werden 20 °C in Wohnräumen und 24 °C in Bädern angesetzt. </a:t>
            </a:r>
          </a:p>
          <a:p>
            <a:r>
              <a:rPr lang="de-DE" sz="1400" dirty="0"/>
              <a:t>Handelt es sich um ein Badezimmer? Testen Sie die Eignung bei 20 °C Raumtemperatur. Sollte die Heizfläche dann ausreichen, genügt es zumeist, dass an sehr kalten Tagen mit einem Infrarotstrahler oder einem Heizlüfter unterstützt wird. </a:t>
            </a:r>
          </a:p>
        </p:txBody>
      </p:sp>
      <p:sp>
        <p:nvSpPr>
          <p:cNvPr id="4" name="Ellipse 3">
            <a:extLst>
              <a:ext uri="{FF2B5EF4-FFF2-40B4-BE49-F238E27FC236}">
                <a16:creationId xmlns:a16="http://schemas.microsoft.com/office/drawing/2014/main" id="{9CCA73F4-BE9B-62D0-9A88-28325E624F7C}"/>
              </a:ext>
            </a:extLst>
          </p:cNvPr>
          <p:cNvSpPr/>
          <p:nvPr/>
        </p:nvSpPr>
        <p:spPr>
          <a:xfrm>
            <a:off x="8264611" y="5068986"/>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RW</a:t>
            </a:r>
          </a:p>
        </p:txBody>
      </p:sp>
      <p:sp>
        <p:nvSpPr>
          <p:cNvPr id="6" name="Rechteck 5">
            <a:extLst>
              <a:ext uri="{FF2B5EF4-FFF2-40B4-BE49-F238E27FC236}">
                <a16:creationId xmlns:a16="http://schemas.microsoft.com/office/drawing/2014/main" id="{783C181B-9355-5AFF-6F67-51BE94D18C77}"/>
              </a:ext>
            </a:extLst>
          </p:cNvPr>
          <p:cNvSpPr/>
          <p:nvPr/>
        </p:nvSpPr>
        <p:spPr>
          <a:xfrm rot="5400000">
            <a:off x="5893791" y="2422040"/>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F37B512D-855D-2FC1-E728-9ED568578AAC}"/>
              </a:ext>
            </a:extLst>
          </p:cNvPr>
          <p:cNvSpPr txBox="1"/>
          <p:nvPr/>
        </p:nvSpPr>
        <p:spPr>
          <a:xfrm>
            <a:off x="3884244" y="2899796"/>
            <a:ext cx="282183" cy="184666"/>
          </a:xfrm>
          <a:prstGeom prst="rect">
            <a:avLst/>
          </a:prstGeom>
          <a:noFill/>
        </p:spPr>
        <p:txBody>
          <a:bodyPr wrap="square" lIns="0" tIns="0" rIns="0" bIns="0" rtlCol="0">
            <a:spAutoFit/>
          </a:bodyPr>
          <a:lstStyle/>
          <a:p>
            <a:pPr algn="l"/>
            <a:r>
              <a:rPr lang="de-DE" sz="1200" b="1" dirty="0">
                <a:solidFill>
                  <a:srgbClr val="3C6C7F"/>
                </a:solidFill>
              </a:rPr>
              <a:t>50</a:t>
            </a:r>
          </a:p>
        </p:txBody>
      </p:sp>
      <p:sp>
        <p:nvSpPr>
          <p:cNvPr id="9" name="Rechteck 8">
            <a:extLst>
              <a:ext uri="{FF2B5EF4-FFF2-40B4-BE49-F238E27FC236}">
                <a16:creationId xmlns:a16="http://schemas.microsoft.com/office/drawing/2014/main" id="{6F1AC7E6-2AA5-BDA7-19C0-3362A120A443}"/>
              </a:ext>
            </a:extLst>
          </p:cNvPr>
          <p:cNvSpPr/>
          <p:nvPr/>
        </p:nvSpPr>
        <p:spPr>
          <a:xfrm rot="5400000">
            <a:off x="5100005" y="2422040"/>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410F5B9E-EDED-7842-1D88-93F13615BC8D}"/>
              </a:ext>
            </a:extLst>
          </p:cNvPr>
          <p:cNvSpPr/>
          <p:nvPr/>
        </p:nvSpPr>
        <p:spPr>
          <a:xfrm rot="5400000">
            <a:off x="4296997" y="2422040"/>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0B2CFB27-FA2F-6F30-008D-4A1AFA02EF83}"/>
              </a:ext>
            </a:extLst>
          </p:cNvPr>
          <p:cNvSpPr/>
          <p:nvPr/>
        </p:nvSpPr>
        <p:spPr>
          <a:xfrm rot="5400000">
            <a:off x="3493989" y="2422040"/>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räne 13">
            <a:extLst>
              <a:ext uri="{FF2B5EF4-FFF2-40B4-BE49-F238E27FC236}">
                <a16:creationId xmlns:a16="http://schemas.microsoft.com/office/drawing/2014/main" id="{F180073D-6A28-23A4-2B55-A48087B6A344}"/>
              </a:ext>
            </a:extLst>
          </p:cNvPr>
          <p:cNvSpPr/>
          <p:nvPr/>
        </p:nvSpPr>
        <p:spPr>
          <a:xfrm rot="8100000">
            <a:off x="5649004" y="2361481"/>
            <a:ext cx="321819" cy="321819"/>
          </a:xfrm>
          <a:prstGeom prst="teardrop">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a:extLst>
              <a:ext uri="{FF2B5EF4-FFF2-40B4-BE49-F238E27FC236}">
                <a16:creationId xmlns:a16="http://schemas.microsoft.com/office/drawing/2014/main" id="{452951C7-890A-1A5A-7116-B4997DA9F6CE}"/>
              </a:ext>
            </a:extLst>
          </p:cNvPr>
          <p:cNvSpPr txBox="1"/>
          <p:nvPr/>
        </p:nvSpPr>
        <p:spPr>
          <a:xfrm>
            <a:off x="3559873" y="2285660"/>
            <a:ext cx="2414762" cy="307777"/>
          </a:xfrm>
          <a:prstGeom prst="rect">
            <a:avLst/>
          </a:prstGeom>
          <a:noFill/>
        </p:spPr>
        <p:txBody>
          <a:bodyPr wrap="square">
            <a:spAutoFit/>
          </a:bodyPr>
          <a:lstStyle/>
          <a:p>
            <a:r>
              <a:rPr lang="de-DE" sz="1400" dirty="0">
                <a:solidFill>
                  <a:schemeClr val="bg2">
                    <a:lumMod val="50000"/>
                  </a:schemeClr>
                </a:solidFill>
              </a:rPr>
              <a:t>1.200 Watt | 100 W/m²</a:t>
            </a:r>
            <a:endParaRPr lang="de-DE" sz="1400" dirty="0"/>
          </a:p>
        </p:txBody>
      </p:sp>
      <p:sp>
        <p:nvSpPr>
          <p:cNvPr id="17" name="Textfeld 16">
            <a:extLst>
              <a:ext uri="{FF2B5EF4-FFF2-40B4-BE49-F238E27FC236}">
                <a16:creationId xmlns:a16="http://schemas.microsoft.com/office/drawing/2014/main" id="{9B9E64C2-0998-1B73-FB44-45D8A721EA50}"/>
              </a:ext>
            </a:extLst>
          </p:cNvPr>
          <p:cNvSpPr txBox="1"/>
          <p:nvPr/>
        </p:nvSpPr>
        <p:spPr>
          <a:xfrm>
            <a:off x="4687252" y="2899796"/>
            <a:ext cx="198931" cy="184666"/>
          </a:xfrm>
          <a:prstGeom prst="rect">
            <a:avLst/>
          </a:prstGeom>
          <a:noFill/>
        </p:spPr>
        <p:txBody>
          <a:bodyPr wrap="square" lIns="0" tIns="0" rIns="0" bIns="0" rtlCol="0">
            <a:spAutoFit/>
          </a:bodyPr>
          <a:lstStyle/>
          <a:p>
            <a:pPr algn="l"/>
            <a:r>
              <a:rPr lang="de-DE" sz="1200" b="1" dirty="0">
                <a:solidFill>
                  <a:srgbClr val="3C6C7F"/>
                </a:solidFill>
              </a:rPr>
              <a:t>70</a:t>
            </a:r>
          </a:p>
        </p:txBody>
      </p:sp>
      <p:sp>
        <p:nvSpPr>
          <p:cNvPr id="20" name="Textfeld 19">
            <a:extLst>
              <a:ext uri="{FF2B5EF4-FFF2-40B4-BE49-F238E27FC236}">
                <a16:creationId xmlns:a16="http://schemas.microsoft.com/office/drawing/2014/main" id="{BC899DC3-76B5-7738-6927-3B89449C8473}"/>
              </a:ext>
            </a:extLst>
          </p:cNvPr>
          <p:cNvSpPr txBox="1"/>
          <p:nvPr/>
        </p:nvSpPr>
        <p:spPr>
          <a:xfrm>
            <a:off x="5974635" y="2899796"/>
            <a:ext cx="401504" cy="184666"/>
          </a:xfrm>
          <a:prstGeom prst="rect">
            <a:avLst/>
          </a:prstGeom>
          <a:noFill/>
        </p:spPr>
        <p:txBody>
          <a:bodyPr wrap="square" lIns="0" tIns="0" rIns="0" bIns="0" rtlCol="0">
            <a:spAutoFit/>
          </a:bodyPr>
          <a:lstStyle/>
          <a:p>
            <a:pPr algn="l"/>
            <a:r>
              <a:rPr lang="de-DE" sz="1200" b="1" dirty="0">
                <a:solidFill>
                  <a:srgbClr val="3C6C7F"/>
                </a:solidFill>
              </a:rPr>
              <a:t>W/m²</a:t>
            </a:r>
          </a:p>
        </p:txBody>
      </p:sp>
      <p:sp>
        <p:nvSpPr>
          <p:cNvPr id="22" name="Textfeld 21">
            <a:extLst>
              <a:ext uri="{FF2B5EF4-FFF2-40B4-BE49-F238E27FC236}">
                <a16:creationId xmlns:a16="http://schemas.microsoft.com/office/drawing/2014/main" id="{C401CCBC-169A-DBB8-E17E-E61CCCEF9BF5}"/>
              </a:ext>
            </a:extLst>
          </p:cNvPr>
          <p:cNvSpPr txBox="1"/>
          <p:nvPr/>
        </p:nvSpPr>
        <p:spPr>
          <a:xfrm>
            <a:off x="5467691" y="2899796"/>
            <a:ext cx="198931" cy="184666"/>
          </a:xfrm>
          <a:prstGeom prst="rect">
            <a:avLst/>
          </a:prstGeom>
          <a:noFill/>
        </p:spPr>
        <p:txBody>
          <a:bodyPr wrap="square" lIns="0" tIns="0" rIns="0" bIns="0" rtlCol="0">
            <a:spAutoFit/>
          </a:bodyPr>
          <a:lstStyle/>
          <a:p>
            <a:pPr algn="l"/>
            <a:r>
              <a:rPr lang="de-DE" sz="1200" b="1" dirty="0">
                <a:solidFill>
                  <a:srgbClr val="3C6C7F"/>
                </a:solidFill>
              </a:rPr>
              <a:t>90</a:t>
            </a:r>
          </a:p>
        </p:txBody>
      </p:sp>
    </p:spTree>
    <p:extLst>
      <p:ext uri="{BB962C8B-B14F-4D97-AF65-F5344CB8AC3E}">
        <p14:creationId xmlns:p14="http://schemas.microsoft.com/office/powerpoint/2010/main" val="173863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0" name="Gruppieren 59">
            <a:extLst>
              <a:ext uri="{FF2B5EF4-FFF2-40B4-BE49-F238E27FC236}">
                <a16:creationId xmlns:a16="http://schemas.microsoft.com/office/drawing/2014/main" id="{9B60E071-42D7-8F5D-9A28-CA10F0C00936}"/>
              </a:ext>
            </a:extLst>
          </p:cNvPr>
          <p:cNvGrpSpPr/>
          <p:nvPr/>
        </p:nvGrpSpPr>
        <p:grpSpPr>
          <a:xfrm>
            <a:off x="3100528" y="8161966"/>
            <a:ext cx="3212036" cy="1558509"/>
            <a:chOff x="526811" y="2396743"/>
            <a:chExt cx="3212036" cy="1007660"/>
          </a:xfrm>
        </p:grpSpPr>
        <p:cxnSp>
          <p:nvCxnSpPr>
            <p:cNvPr id="45" name="Gerader Verbinder 44">
              <a:extLst>
                <a:ext uri="{FF2B5EF4-FFF2-40B4-BE49-F238E27FC236}">
                  <a16:creationId xmlns:a16="http://schemas.microsoft.com/office/drawing/2014/main" id="{B187E012-A53F-78BC-BECF-D9F7047C876D}"/>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68208826-1BA2-2AB0-6CAD-83F2EEE61E41}"/>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85517BC3-C4DA-F7EC-93DE-5EB5DD557DAC}"/>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F57814FB-FD9A-7F35-25A6-2C8E33F021E1}"/>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F78901F-C81E-53B9-F72F-2459A09BDABC}"/>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68431" y="5714842"/>
            <a:ext cx="713613" cy="860400"/>
          </a:xfrm>
          <a:prstGeom prst="rect">
            <a:avLst/>
          </a:prstGeom>
        </p:spPr>
      </p:pic>
      <p:sp>
        <p:nvSpPr>
          <p:cNvPr id="8" name="Rechteck 7">
            <a:extLst>
              <a:ext uri="{FF2B5EF4-FFF2-40B4-BE49-F238E27FC236}">
                <a16:creationId xmlns:a16="http://schemas.microsoft.com/office/drawing/2014/main" id="{F6D82C11-19EE-B2BF-312B-4CA70421D755}"/>
              </a:ext>
            </a:extLst>
          </p:cNvPr>
          <p:cNvSpPr/>
          <p:nvPr/>
        </p:nvSpPr>
        <p:spPr>
          <a:xfrm rot="5400000">
            <a:off x="3870370" y="601829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C7F9EE-A055-D175-095C-5117F8A95288}"/>
              </a:ext>
            </a:extLst>
          </p:cNvPr>
          <p:cNvSpPr/>
          <p:nvPr/>
        </p:nvSpPr>
        <p:spPr>
          <a:xfrm rot="5400000">
            <a:off x="4082965" y="8216217"/>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1864CDA0-1319-C790-2B66-487E2C9F71AE}"/>
              </a:ext>
            </a:extLst>
          </p:cNvPr>
          <p:cNvSpPr/>
          <p:nvPr/>
        </p:nvSpPr>
        <p:spPr>
          <a:xfrm rot="5400000">
            <a:off x="3263844" y="8302333"/>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BFF798AF-93F3-E370-039C-33518DBCEC42}"/>
              </a:ext>
            </a:extLst>
          </p:cNvPr>
          <p:cNvSpPr txBox="1"/>
          <p:nvPr/>
        </p:nvSpPr>
        <p:spPr>
          <a:xfrm>
            <a:off x="3119110" y="8519304"/>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sp>
        <p:nvSpPr>
          <p:cNvPr id="28" name="Textfeld 27">
            <a:extLst>
              <a:ext uri="{FF2B5EF4-FFF2-40B4-BE49-F238E27FC236}">
                <a16:creationId xmlns:a16="http://schemas.microsoft.com/office/drawing/2014/main" id="{2E6C7BD1-93B9-F837-5B02-362EA53D2C89}"/>
              </a:ext>
            </a:extLst>
          </p:cNvPr>
          <p:cNvSpPr txBox="1"/>
          <p:nvPr/>
        </p:nvSpPr>
        <p:spPr>
          <a:xfrm>
            <a:off x="2583718" y="7374215"/>
            <a:ext cx="2079530" cy="184666"/>
          </a:xfrm>
          <a:prstGeom prst="rect">
            <a:avLst/>
          </a:prstGeom>
          <a:noFill/>
        </p:spPr>
        <p:txBody>
          <a:bodyPr wrap="square" lIns="0" tIns="0" rIns="0" bIns="0" rtlCol="0">
            <a:spAutoFit/>
          </a:bodyPr>
          <a:lstStyle/>
          <a:p>
            <a:pPr algn="l"/>
            <a:r>
              <a:rPr lang="de-DE" sz="1200" b="1" dirty="0">
                <a:solidFill>
                  <a:schemeClr val="bg1"/>
                </a:solidFill>
              </a:rPr>
              <a:t>Größerer Heizkörper</a:t>
            </a:r>
          </a:p>
        </p:txBody>
      </p:sp>
      <p:sp>
        <p:nvSpPr>
          <p:cNvPr id="42" name="Rechteck 41">
            <a:extLst>
              <a:ext uri="{FF2B5EF4-FFF2-40B4-BE49-F238E27FC236}">
                <a16:creationId xmlns:a16="http://schemas.microsoft.com/office/drawing/2014/main" id="{3C655673-B08A-D4DB-BD27-9889AD2C7279}"/>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5</a:t>
            </a:r>
          </a:p>
        </p:txBody>
      </p:sp>
      <p:sp>
        <p:nvSpPr>
          <p:cNvPr id="54" name="Rechteck 53">
            <a:extLst>
              <a:ext uri="{FF2B5EF4-FFF2-40B4-BE49-F238E27FC236}">
                <a16:creationId xmlns:a16="http://schemas.microsoft.com/office/drawing/2014/main" id="{3285F8C0-E34F-1BBE-8D0A-9CDFB74090F8}"/>
              </a:ext>
            </a:extLst>
          </p:cNvPr>
          <p:cNvSpPr/>
          <p:nvPr/>
        </p:nvSpPr>
        <p:spPr>
          <a:xfrm rot="5400000">
            <a:off x="3421191" y="7785924"/>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4C320117-3EFC-C978-0770-8AA5E4C63A7C}"/>
              </a:ext>
            </a:extLst>
          </p:cNvPr>
          <p:cNvSpPr txBox="1"/>
          <p:nvPr/>
        </p:nvSpPr>
        <p:spPr>
          <a:xfrm>
            <a:off x="5507289" y="7913438"/>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56" name="Rechteck 55">
            <a:extLst>
              <a:ext uri="{FF2B5EF4-FFF2-40B4-BE49-F238E27FC236}">
                <a16:creationId xmlns:a16="http://schemas.microsoft.com/office/drawing/2014/main" id="{F7933C19-2533-9AB8-ACFE-94E2039B7779}"/>
              </a:ext>
            </a:extLst>
          </p:cNvPr>
          <p:cNvSpPr/>
          <p:nvPr/>
        </p:nvSpPr>
        <p:spPr>
          <a:xfrm rot="5400000">
            <a:off x="4224199" y="7785924"/>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5951A2A9-A716-64F2-9AC8-0019DF70FD74}"/>
              </a:ext>
            </a:extLst>
          </p:cNvPr>
          <p:cNvSpPr/>
          <p:nvPr/>
        </p:nvSpPr>
        <p:spPr>
          <a:xfrm rot="5400000">
            <a:off x="5027207" y="7785924"/>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7D2A618E-0D7C-0DD0-5200-7D6CD8C73619}"/>
              </a:ext>
            </a:extLst>
          </p:cNvPr>
          <p:cNvSpPr/>
          <p:nvPr/>
        </p:nvSpPr>
        <p:spPr>
          <a:xfrm rot="5400000">
            <a:off x="5830216" y="7785924"/>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3D90839D-5F05-3A51-EFE1-745B48C291DA}"/>
              </a:ext>
            </a:extLst>
          </p:cNvPr>
          <p:cNvSpPr txBox="1"/>
          <p:nvPr/>
        </p:nvSpPr>
        <p:spPr>
          <a:xfrm>
            <a:off x="3100530" y="7913441"/>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61" name="Rechteck 60">
            <a:extLst>
              <a:ext uri="{FF2B5EF4-FFF2-40B4-BE49-F238E27FC236}">
                <a16:creationId xmlns:a16="http://schemas.microsoft.com/office/drawing/2014/main" id="{217E427C-CD26-0D3E-D42A-F994D6B78195}"/>
              </a:ext>
            </a:extLst>
          </p:cNvPr>
          <p:cNvSpPr/>
          <p:nvPr/>
        </p:nvSpPr>
        <p:spPr>
          <a:xfrm>
            <a:off x="74469" y="3641338"/>
            <a:ext cx="1713238" cy="763502"/>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Hier jeweils Symbol für besseren HK mit gleichen Abmaßen vs. vergrößerten HK </a:t>
            </a:r>
          </a:p>
        </p:txBody>
      </p:sp>
      <p:sp>
        <p:nvSpPr>
          <p:cNvPr id="65" name="Textfeld 64">
            <a:extLst>
              <a:ext uri="{FF2B5EF4-FFF2-40B4-BE49-F238E27FC236}">
                <a16:creationId xmlns:a16="http://schemas.microsoft.com/office/drawing/2014/main" id="{33C80A04-F5CB-93F8-687D-411C1266E947}"/>
              </a:ext>
            </a:extLst>
          </p:cNvPr>
          <p:cNvSpPr txBox="1"/>
          <p:nvPr/>
        </p:nvSpPr>
        <p:spPr>
          <a:xfrm>
            <a:off x="3167253" y="3141736"/>
            <a:ext cx="4309313" cy="1815882"/>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 Ein besserer Heizkörper (Typ 33) gleicher Größe ist wahrscheinlich nicht ausreichend.</a:t>
            </a:r>
          </a:p>
        </p:txBody>
      </p:sp>
      <p:sp>
        <p:nvSpPr>
          <p:cNvPr id="71" name="Textfeld 70">
            <a:extLst>
              <a:ext uri="{FF2B5EF4-FFF2-40B4-BE49-F238E27FC236}">
                <a16:creationId xmlns:a16="http://schemas.microsoft.com/office/drawing/2014/main" id="{ACC90D08-A62E-BEE6-DA61-357776FF6A50}"/>
              </a:ext>
            </a:extLst>
          </p:cNvPr>
          <p:cNvSpPr txBox="1"/>
          <p:nvPr/>
        </p:nvSpPr>
        <p:spPr>
          <a:xfrm>
            <a:off x="3119110" y="9254111"/>
            <a:ext cx="2079530"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35" name="Textfeld 34">
            <a:extLst>
              <a:ext uri="{FF2B5EF4-FFF2-40B4-BE49-F238E27FC236}">
                <a16:creationId xmlns:a16="http://schemas.microsoft.com/office/drawing/2014/main" id="{27BC399A-E923-B990-D126-417BFDA5861A}"/>
              </a:ext>
            </a:extLst>
          </p:cNvPr>
          <p:cNvSpPr txBox="1"/>
          <p:nvPr/>
        </p:nvSpPr>
        <p:spPr>
          <a:xfrm>
            <a:off x="1666542" y="785754"/>
            <a:ext cx="5810025" cy="307777"/>
          </a:xfrm>
          <a:prstGeom prst="rect">
            <a:avLst/>
          </a:prstGeom>
          <a:noFill/>
        </p:spPr>
        <p:txBody>
          <a:bodyPr wrap="square">
            <a:spAutoFit/>
          </a:bodyPr>
          <a:lstStyle/>
          <a:p>
            <a:r>
              <a:rPr lang="de-DE" sz="1400" b="1" dirty="0">
                <a:solidFill>
                  <a:srgbClr val="3C6C7F"/>
                </a:solidFill>
              </a:rPr>
              <a:t>Wie gut sind die Heizkörper geeignet?</a:t>
            </a:r>
          </a:p>
        </p:txBody>
      </p:sp>
      <p:pic>
        <p:nvPicPr>
          <p:cNvPr id="62" name="Grafik 61">
            <a:extLst>
              <a:ext uri="{FF2B5EF4-FFF2-40B4-BE49-F238E27FC236}">
                <a16:creationId xmlns:a16="http://schemas.microsoft.com/office/drawing/2014/main" id="{7429AC81-3C70-DDDE-2D24-1E0A17A7717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30815" y="7087592"/>
            <a:ext cx="652531" cy="786754"/>
          </a:xfrm>
          <a:prstGeom prst="rect">
            <a:avLst/>
          </a:prstGeom>
        </p:spPr>
      </p:pic>
      <p:sp>
        <p:nvSpPr>
          <p:cNvPr id="67" name="Ellipse 66">
            <a:extLst>
              <a:ext uri="{FF2B5EF4-FFF2-40B4-BE49-F238E27FC236}">
                <a16:creationId xmlns:a16="http://schemas.microsoft.com/office/drawing/2014/main" id="{F8D6429B-13B0-706C-30AF-08F03DD55463}"/>
              </a:ext>
            </a:extLst>
          </p:cNvPr>
          <p:cNvSpPr/>
          <p:nvPr/>
        </p:nvSpPr>
        <p:spPr>
          <a:xfrm>
            <a:off x="8264611" y="3141736"/>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pic>
        <p:nvPicPr>
          <p:cNvPr id="73" name="Grafik 72">
            <a:extLst>
              <a:ext uri="{FF2B5EF4-FFF2-40B4-BE49-F238E27FC236}">
                <a16:creationId xmlns:a16="http://schemas.microsoft.com/office/drawing/2014/main" id="{DE153353-813A-D280-A031-C91BB30D3D7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76769" y="3575975"/>
            <a:ext cx="761697" cy="918374"/>
          </a:xfrm>
          <a:prstGeom prst="rect">
            <a:avLst/>
          </a:prstGeom>
        </p:spPr>
      </p:pic>
      <p:sp>
        <p:nvSpPr>
          <p:cNvPr id="83" name="Rechteck 82">
            <a:extLst>
              <a:ext uri="{FF2B5EF4-FFF2-40B4-BE49-F238E27FC236}">
                <a16:creationId xmlns:a16="http://schemas.microsoft.com/office/drawing/2014/main" id="{ED27C812-378A-0BEC-8E34-067327CC8CCC}"/>
              </a:ext>
            </a:extLst>
          </p:cNvPr>
          <p:cNvSpPr/>
          <p:nvPr/>
        </p:nvSpPr>
        <p:spPr>
          <a:xfrm rot="5400000">
            <a:off x="2368192" y="1676885"/>
            <a:ext cx="161688" cy="1436437"/>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4" name="Textfeld 83">
            <a:extLst>
              <a:ext uri="{FF2B5EF4-FFF2-40B4-BE49-F238E27FC236}">
                <a16:creationId xmlns:a16="http://schemas.microsoft.com/office/drawing/2014/main" id="{97BA665B-A036-F417-E305-1D01C28BFB71}"/>
              </a:ext>
            </a:extLst>
          </p:cNvPr>
          <p:cNvSpPr txBox="1"/>
          <p:nvPr/>
        </p:nvSpPr>
        <p:spPr>
          <a:xfrm>
            <a:off x="5634581" y="2475948"/>
            <a:ext cx="811092" cy="184666"/>
          </a:xfrm>
          <a:prstGeom prst="rect">
            <a:avLst/>
          </a:prstGeom>
          <a:noFill/>
        </p:spPr>
        <p:txBody>
          <a:bodyPr wrap="square" lIns="0" tIns="0" rIns="0" bIns="0" rtlCol="0">
            <a:spAutoFit/>
          </a:bodyPr>
          <a:lstStyle/>
          <a:p>
            <a:pPr algn="ctr"/>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85" name="Rechteck 84">
            <a:extLst>
              <a:ext uri="{FF2B5EF4-FFF2-40B4-BE49-F238E27FC236}">
                <a16:creationId xmlns:a16="http://schemas.microsoft.com/office/drawing/2014/main" id="{7736EB81-72D2-8F21-F01F-03A4EE6E21CD}"/>
              </a:ext>
            </a:extLst>
          </p:cNvPr>
          <p:cNvSpPr/>
          <p:nvPr/>
        </p:nvSpPr>
        <p:spPr>
          <a:xfrm rot="5400000">
            <a:off x="3804629" y="1676885"/>
            <a:ext cx="161688" cy="1436437"/>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6" name="Rechteck 85">
            <a:extLst>
              <a:ext uri="{FF2B5EF4-FFF2-40B4-BE49-F238E27FC236}">
                <a16:creationId xmlns:a16="http://schemas.microsoft.com/office/drawing/2014/main" id="{5DE1FBE1-31CF-A16E-1F35-52D15C5C22B6}"/>
              </a:ext>
            </a:extLst>
          </p:cNvPr>
          <p:cNvSpPr/>
          <p:nvPr/>
        </p:nvSpPr>
        <p:spPr>
          <a:xfrm rot="5400000">
            <a:off x="5241066" y="1676885"/>
            <a:ext cx="161688" cy="1436437"/>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7" name="Rechteck 86">
            <a:extLst>
              <a:ext uri="{FF2B5EF4-FFF2-40B4-BE49-F238E27FC236}">
                <a16:creationId xmlns:a16="http://schemas.microsoft.com/office/drawing/2014/main" id="{33998135-D3CC-6C70-C1E6-D48D16622303}"/>
              </a:ext>
            </a:extLst>
          </p:cNvPr>
          <p:cNvSpPr/>
          <p:nvPr/>
        </p:nvSpPr>
        <p:spPr>
          <a:xfrm rot="5400000">
            <a:off x="6677505" y="1676885"/>
            <a:ext cx="161688" cy="1436437"/>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9" name="Textfeld 88">
            <a:extLst>
              <a:ext uri="{FF2B5EF4-FFF2-40B4-BE49-F238E27FC236}">
                <a16:creationId xmlns:a16="http://schemas.microsoft.com/office/drawing/2014/main" id="{90FD0156-9DA2-5187-7E1E-DD08DD3334BA}"/>
              </a:ext>
            </a:extLst>
          </p:cNvPr>
          <p:cNvSpPr txBox="1"/>
          <p:nvPr/>
        </p:nvSpPr>
        <p:spPr>
          <a:xfrm>
            <a:off x="2520413" y="2483304"/>
            <a:ext cx="1293678" cy="369332"/>
          </a:xfrm>
          <a:prstGeom prst="rect">
            <a:avLst/>
          </a:prstGeom>
          <a:noFill/>
        </p:spPr>
        <p:txBody>
          <a:bodyPr wrap="square" lIns="0" tIns="0" rIns="0" bIns="0" rtlCol="0">
            <a:spAutoFit/>
          </a:bodyPr>
          <a:lstStyle/>
          <a:p>
            <a:pPr algn="ctr"/>
            <a:r>
              <a:rPr lang="de-DE" sz="1200" b="1" dirty="0">
                <a:solidFill>
                  <a:srgbClr val="3C6C7F"/>
                </a:solidFill>
              </a:rPr>
              <a:t>Noch nicht </a:t>
            </a:r>
          </a:p>
          <a:p>
            <a:pPr algn="ctr"/>
            <a:r>
              <a:rPr lang="de-DE" sz="1200" b="1" dirty="0">
                <a:solidFill>
                  <a:srgbClr val="3C6C7F"/>
                </a:solidFill>
              </a:rPr>
              <a:t>gut geeignet </a:t>
            </a:r>
          </a:p>
        </p:txBody>
      </p:sp>
      <p:sp>
        <p:nvSpPr>
          <p:cNvPr id="97" name="Textfeld 96">
            <a:extLst>
              <a:ext uri="{FF2B5EF4-FFF2-40B4-BE49-F238E27FC236}">
                <a16:creationId xmlns:a16="http://schemas.microsoft.com/office/drawing/2014/main" id="{58ACC41F-ADB9-8940-1873-A8655C7226F4}"/>
              </a:ext>
            </a:extLst>
          </p:cNvPr>
          <p:cNvSpPr txBox="1"/>
          <p:nvPr/>
        </p:nvSpPr>
        <p:spPr>
          <a:xfrm>
            <a:off x="3956850" y="2483304"/>
            <a:ext cx="1293678" cy="369332"/>
          </a:xfrm>
          <a:prstGeom prst="rect">
            <a:avLst/>
          </a:prstGeom>
          <a:noFill/>
        </p:spPr>
        <p:txBody>
          <a:bodyPr wrap="square" lIns="0" tIns="0" rIns="0" bIns="0" rtlCol="0">
            <a:spAutoFit/>
          </a:bodyPr>
          <a:lstStyle/>
          <a:p>
            <a:pPr algn="ctr"/>
            <a:r>
              <a:rPr lang="de-DE" sz="1200" b="1" dirty="0">
                <a:solidFill>
                  <a:srgbClr val="3C6C7F"/>
                </a:solidFill>
              </a:rPr>
              <a:t>eingeschränkt</a:t>
            </a:r>
          </a:p>
          <a:p>
            <a:pPr algn="ctr"/>
            <a:r>
              <a:rPr lang="de-DE" sz="1200" b="1" dirty="0">
                <a:solidFill>
                  <a:srgbClr val="3C6C7F"/>
                </a:solidFill>
              </a:rPr>
              <a:t>geeignet </a:t>
            </a:r>
          </a:p>
        </p:txBody>
      </p:sp>
      <p:sp>
        <p:nvSpPr>
          <p:cNvPr id="5" name="Träne 4">
            <a:extLst>
              <a:ext uri="{FF2B5EF4-FFF2-40B4-BE49-F238E27FC236}">
                <a16:creationId xmlns:a16="http://schemas.microsoft.com/office/drawing/2014/main" id="{A9024050-DF63-5208-29EE-E30BCA889523}"/>
              </a:ext>
            </a:extLst>
          </p:cNvPr>
          <p:cNvSpPr/>
          <p:nvPr/>
        </p:nvSpPr>
        <p:spPr>
          <a:xfrm rot="8100000">
            <a:off x="2449996" y="1925790"/>
            <a:ext cx="321819" cy="321819"/>
          </a:xfrm>
          <a:prstGeom prst="teardrop">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a:extLst>
              <a:ext uri="{FF2B5EF4-FFF2-40B4-BE49-F238E27FC236}">
                <a16:creationId xmlns:a16="http://schemas.microsoft.com/office/drawing/2014/main" id="{7B4621FD-1A39-C001-0C72-12F694F849D5}"/>
              </a:ext>
            </a:extLst>
          </p:cNvPr>
          <p:cNvSpPr txBox="1"/>
          <p:nvPr/>
        </p:nvSpPr>
        <p:spPr>
          <a:xfrm>
            <a:off x="1802311" y="1217595"/>
            <a:ext cx="1835387" cy="738664"/>
          </a:xfrm>
          <a:prstGeom prst="rect">
            <a:avLst/>
          </a:prstGeom>
          <a:noFill/>
        </p:spPr>
        <p:txBody>
          <a:bodyPr wrap="square">
            <a:spAutoFit/>
          </a:bodyPr>
          <a:lstStyle/>
          <a:p>
            <a:r>
              <a:rPr lang="de-DE" sz="1400" dirty="0">
                <a:solidFill>
                  <a:schemeClr val="bg2">
                    <a:lumMod val="50000"/>
                  </a:schemeClr>
                </a:solidFill>
              </a:rPr>
              <a:t>Aktueller Heizkörper</a:t>
            </a:r>
          </a:p>
          <a:p>
            <a:r>
              <a:rPr lang="de-DE" sz="1400" dirty="0">
                <a:solidFill>
                  <a:schemeClr val="bg2">
                    <a:lumMod val="50000"/>
                  </a:schemeClr>
                </a:solidFill>
              </a:rPr>
              <a:t>550 Watt</a:t>
            </a:r>
          </a:p>
          <a:p>
            <a:r>
              <a:rPr lang="de-DE" sz="1400" dirty="0">
                <a:solidFill>
                  <a:schemeClr val="bg2">
                    <a:lumMod val="50000"/>
                  </a:schemeClr>
                </a:solidFill>
              </a:rPr>
              <a:t>40 % Deckung</a:t>
            </a:r>
          </a:p>
        </p:txBody>
      </p:sp>
      <p:sp>
        <p:nvSpPr>
          <p:cNvPr id="15" name="Textfeld 14">
            <a:extLst>
              <a:ext uri="{FF2B5EF4-FFF2-40B4-BE49-F238E27FC236}">
                <a16:creationId xmlns:a16="http://schemas.microsoft.com/office/drawing/2014/main" id="{C27F3686-74FC-1DC0-5D6D-A625A0FB5CC0}"/>
              </a:ext>
            </a:extLst>
          </p:cNvPr>
          <p:cNvSpPr txBox="1"/>
          <p:nvPr/>
        </p:nvSpPr>
        <p:spPr>
          <a:xfrm>
            <a:off x="4886182" y="1222091"/>
            <a:ext cx="2314717" cy="738664"/>
          </a:xfrm>
          <a:prstGeom prst="rect">
            <a:avLst/>
          </a:prstGeom>
          <a:noFill/>
        </p:spPr>
        <p:txBody>
          <a:bodyPr wrap="square">
            <a:spAutoFit/>
          </a:bodyPr>
          <a:lstStyle/>
          <a:p>
            <a:r>
              <a:rPr lang="de-DE" sz="1400" dirty="0">
                <a:solidFill>
                  <a:schemeClr val="bg2">
                    <a:lumMod val="50000"/>
                  </a:schemeClr>
                </a:solidFill>
              </a:rPr>
              <a:t>Besserer Heizkörper (Typ 33)</a:t>
            </a:r>
          </a:p>
          <a:p>
            <a:r>
              <a:rPr lang="de-DE" sz="1400" dirty="0">
                <a:solidFill>
                  <a:schemeClr val="bg2">
                    <a:lumMod val="50000"/>
                  </a:schemeClr>
                </a:solidFill>
              </a:rPr>
              <a:t>1.100 Watt </a:t>
            </a:r>
          </a:p>
          <a:p>
            <a:r>
              <a:rPr lang="de-DE" sz="1400" dirty="0">
                <a:solidFill>
                  <a:schemeClr val="bg2">
                    <a:lumMod val="50000"/>
                  </a:schemeClr>
                </a:solidFill>
              </a:rPr>
              <a:t>90 % Deckung</a:t>
            </a:r>
          </a:p>
        </p:txBody>
      </p:sp>
      <p:sp>
        <p:nvSpPr>
          <p:cNvPr id="18" name="Träne 17">
            <a:extLst>
              <a:ext uri="{FF2B5EF4-FFF2-40B4-BE49-F238E27FC236}">
                <a16:creationId xmlns:a16="http://schemas.microsoft.com/office/drawing/2014/main" id="{DC1FF3DD-6806-2BE3-DCA1-2A4D453E89FF}"/>
              </a:ext>
            </a:extLst>
          </p:cNvPr>
          <p:cNvSpPr/>
          <p:nvPr/>
        </p:nvSpPr>
        <p:spPr>
          <a:xfrm rot="8100000">
            <a:off x="5555810" y="1925790"/>
            <a:ext cx="321819" cy="321819"/>
          </a:xfrm>
          <a:prstGeom prst="teardrop">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4" name="Textfeld 23">
            <a:extLst>
              <a:ext uri="{FF2B5EF4-FFF2-40B4-BE49-F238E27FC236}">
                <a16:creationId xmlns:a16="http://schemas.microsoft.com/office/drawing/2014/main" id="{B018BC83-5CF4-BC47-48F1-42E72AECA92D}"/>
              </a:ext>
            </a:extLst>
          </p:cNvPr>
          <p:cNvSpPr txBox="1"/>
          <p:nvPr/>
        </p:nvSpPr>
        <p:spPr>
          <a:xfrm>
            <a:off x="1665642" y="4558722"/>
            <a:ext cx="1434884" cy="184666"/>
          </a:xfrm>
          <a:prstGeom prst="rect">
            <a:avLst/>
          </a:prstGeom>
          <a:noFill/>
        </p:spPr>
        <p:txBody>
          <a:bodyPr wrap="square" lIns="0" tIns="0" rIns="0" bIns="0" rtlCol="0">
            <a:spAutoFit/>
          </a:bodyPr>
          <a:lstStyle/>
          <a:p>
            <a:pPr algn="ctr"/>
            <a:r>
              <a:rPr lang="de-DE" sz="1200" b="1" dirty="0">
                <a:solidFill>
                  <a:srgbClr val="3C6C7F"/>
                </a:solidFill>
              </a:rPr>
              <a:t>Heizkörper vergrößern</a:t>
            </a:r>
          </a:p>
        </p:txBody>
      </p:sp>
    </p:spTree>
    <p:extLst>
      <p:ext uri="{BB962C8B-B14F-4D97-AF65-F5344CB8AC3E}">
        <p14:creationId xmlns:p14="http://schemas.microsoft.com/office/powerpoint/2010/main" val="225634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uppieren 59">
            <a:extLst>
              <a:ext uri="{FF2B5EF4-FFF2-40B4-BE49-F238E27FC236}">
                <a16:creationId xmlns:a16="http://schemas.microsoft.com/office/drawing/2014/main" id="{9B60E071-42D7-8F5D-9A28-CA10F0C00936}"/>
              </a:ext>
            </a:extLst>
          </p:cNvPr>
          <p:cNvGrpSpPr/>
          <p:nvPr/>
        </p:nvGrpSpPr>
        <p:grpSpPr>
          <a:xfrm>
            <a:off x="3100528" y="8161966"/>
            <a:ext cx="3212036" cy="1558509"/>
            <a:chOff x="526811" y="2396743"/>
            <a:chExt cx="3212036" cy="1007660"/>
          </a:xfrm>
        </p:grpSpPr>
        <p:cxnSp>
          <p:nvCxnSpPr>
            <p:cNvPr id="45" name="Gerader Verbinder 44">
              <a:extLst>
                <a:ext uri="{FF2B5EF4-FFF2-40B4-BE49-F238E27FC236}">
                  <a16:creationId xmlns:a16="http://schemas.microsoft.com/office/drawing/2014/main" id="{B187E012-A53F-78BC-BECF-D9F7047C876D}"/>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68208826-1BA2-2AB0-6CAD-83F2EEE61E41}"/>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85517BC3-C4DA-F7EC-93DE-5EB5DD557DAC}"/>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F57814FB-FD9A-7F35-25A6-2C8E33F021E1}"/>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F78901F-C81E-53B9-F72F-2459A09BDABC}"/>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pic>
        <p:nvPicPr>
          <p:cNvPr id="88" name="Grafik 87">
            <a:extLst>
              <a:ext uri="{FF2B5EF4-FFF2-40B4-BE49-F238E27FC236}">
                <a16:creationId xmlns:a16="http://schemas.microsoft.com/office/drawing/2014/main" id="{66EDBB41-9AF9-8BF9-CAC1-E030034B66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E1B3CB21-4EBD-E159-7A48-F1E37EE41F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5A3C3630-5D52-286A-18C9-C79110941A5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68431" y="5714842"/>
            <a:ext cx="713613" cy="860400"/>
          </a:xfrm>
          <a:prstGeom prst="rect">
            <a:avLst/>
          </a:prstGeom>
        </p:spPr>
      </p:pic>
      <p:sp>
        <p:nvSpPr>
          <p:cNvPr id="8" name="Rechteck 7">
            <a:extLst>
              <a:ext uri="{FF2B5EF4-FFF2-40B4-BE49-F238E27FC236}">
                <a16:creationId xmlns:a16="http://schemas.microsoft.com/office/drawing/2014/main" id="{F6D82C11-19EE-B2BF-312B-4CA70421D755}"/>
              </a:ext>
            </a:extLst>
          </p:cNvPr>
          <p:cNvSpPr/>
          <p:nvPr/>
        </p:nvSpPr>
        <p:spPr>
          <a:xfrm rot="5400000">
            <a:off x="3870370" y="601829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C7F9EE-A055-D175-095C-5117F8A95288}"/>
              </a:ext>
            </a:extLst>
          </p:cNvPr>
          <p:cNvSpPr/>
          <p:nvPr/>
        </p:nvSpPr>
        <p:spPr>
          <a:xfrm rot="5400000">
            <a:off x="4082965" y="8216217"/>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1864CDA0-1319-C790-2B66-487E2C9F71AE}"/>
              </a:ext>
            </a:extLst>
          </p:cNvPr>
          <p:cNvSpPr/>
          <p:nvPr/>
        </p:nvSpPr>
        <p:spPr>
          <a:xfrm rot="5400000">
            <a:off x="3263844" y="8302333"/>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BFF798AF-93F3-E370-039C-33518DBCEC42}"/>
              </a:ext>
            </a:extLst>
          </p:cNvPr>
          <p:cNvSpPr txBox="1"/>
          <p:nvPr/>
        </p:nvSpPr>
        <p:spPr>
          <a:xfrm>
            <a:off x="3119110" y="8519304"/>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sp>
        <p:nvSpPr>
          <p:cNvPr id="28" name="Textfeld 27">
            <a:extLst>
              <a:ext uri="{FF2B5EF4-FFF2-40B4-BE49-F238E27FC236}">
                <a16:creationId xmlns:a16="http://schemas.microsoft.com/office/drawing/2014/main" id="{2E6C7BD1-93B9-F837-5B02-362EA53D2C89}"/>
              </a:ext>
            </a:extLst>
          </p:cNvPr>
          <p:cNvSpPr txBox="1"/>
          <p:nvPr/>
        </p:nvSpPr>
        <p:spPr>
          <a:xfrm>
            <a:off x="2583718" y="7374215"/>
            <a:ext cx="2079530" cy="184666"/>
          </a:xfrm>
          <a:prstGeom prst="rect">
            <a:avLst/>
          </a:prstGeom>
          <a:noFill/>
        </p:spPr>
        <p:txBody>
          <a:bodyPr wrap="square" lIns="0" tIns="0" rIns="0" bIns="0" rtlCol="0">
            <a:spAutoFit/>
          </a:bodyPr>
          <a:lstStyle/>
          <a:p>
            <a:pPr algn="l"/>
            <a:r>
              <a:rPr lang="de-DE" sz="1200" b="1" dirty="0">
                <a:solidFill>
                  <a:schemeClr val="bg1"/>
                </a:solidFill>
              </a:rPr>
              <a:t>Größerer Heizkörper</a:t>
            </a:r>
          </a:p>
        </p:txBody>
      </p:sp>
      <p:sp>
        <p:nvSpPr>
          <p:cNvPr id="42" name="Rechteck 41">
            <a:extLst>
              <a:ext uri="{FF2B5EF4-FFF2-40B4-BE49-F238E27FC236}">
                <a16:creationId xmlns:a16="http://schemas.microsoft.com/office/drawing/2014/main" id="{3C655673-B08A-D4DB-BD27-9889AD2C7279}"/>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5</a:t>
            </a:r>
          </a:p>
          <a:p>
            <a:pPr algn="ctr"/>
            <a:r>
              <a:rPr lang="de-DE" sz="1200" dirty="0">
                <a:sym typeface="Wingdings" panose="05000000000000000000" pitchFamily="2" charset="2"/>
              </a:rPr>
              <a:t> </a:t>
            </a:r>
            <a:r>
              <a:rPr lang="de-DE" sz="1200" dirty="0"/>
              <a:t>favorisiert</a:t>
            </a:r>
          </a:p>
        </p:txBody>
      </p:sp>
      <p:sp>
        <p:nvSpPr>
          <p:cNvPr id="54" name="Rechteck 53">
            <a:extLst>
              <a:ext uri="{FF2B5EF4-FFF2-40B4-BE49-F238E27FC236}">
                <a16:creationId xmlns:a16="http://schemas.microsoft.com/office/drawing/2014/main" id="{3285F8C0-E34F-1BBE-8D0A-9CDFB74090F8}"/>
              </a:ext>
            </a:extLst>
          </p:cNvPr>
          <p:cNvSpPr/>
          <p:nvPr/>
        </p:nvSpPr>
        <p:spPr>
          <a:xfrm rot="5400000">
            <a:off x="3421191" y="7785924"/>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4C320117-3EFC-C978-0770-8AA5E4C63A7C}"/>
              </a:ext>
            </a:extLst>
          </p:cNvPr>
          <p:cNvSpPr txBox="1"/>
          <p:nvPr/>
        </p:nvSpPr>
        <p:spPr>
          <a:xfrm>
            <a:off x="5507289" y="7913438"/>
            <a:ext cx="723205" cy="248529"/>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56" name="Rechteck 55">
            <a:extLst>
              <a:ext uri="{FF2B5EF4-FFF2-40B4-BE49-F238E27FC236}">
                <a16:creationId xmlns:a16="http://schemas.microsoft.com/office/drawing/2014/main" id="{F7933C19-2533-9AB8-ACFE-94E2039B7779}"/>
              </a:ext>
            </a:extLst>
          </p:cNvPr>
          <p:cNvSpPr/>
          <p:nvPr/>
        </p:nvSpPr>
        <p:spPr>
          <a:xfrm rot="5400000">
            <a:off x="4224199" y="7785924"/>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5951A2A9-A716-64F2-9AC8-0019DF70FD74}"/>
              </a:ext>
            </a:extLst>
          </p:cNvPr>
          <p:cNvSpPr/>
          <p:nvPr/>
        </p:nvSpPr>
        <p:spPr>
          <a:xfrm rot="5400000">
            <a:off x="5027207" y="7785924"/>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7D2A618E-0D7C-0DD0-5200-7D6CD8C73619}"/>
              </a:ext>
            </a:extLst>
          </p:cNvPr>
          <p:cNvSpPr/>
          <p:nvPr/>
        </p:nvSpPr>
        <p:spPr>
          <a:xfrm rot="5400000">
            <a:off x="5830216" y="7785924"/>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3D90839D-5F05-3A51-EFE1-745B48C291DA}"/>
              </a:ext>
            </a:extLst>
          </p:cNvPr>
          <p:cNvSpPr txBox="1"/>
          <p:nvPr/>
        </p:nvSpPr>
        <p:spPr>
          <a:xfrm>
            <a:off x="3100530" y="7913441"/>
            <a:ext cx="2114494" cy="248529"/>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61" name="Rechteck 60">
            <a:extLst>
              <a:ext uri="{FF2B5EF4-FFF2-40B4-BE49-F238E27FC236}">
                <a16:creationId xmlns:a16="http://schemas.microsoft.com/office/drawing/2014/main" id="{217E427C-CD26-0D3E-D42A-F994D6B78195}"/>
              </a:ext>
            </a:extLst>
          </p:cNvPr>
          <p:cNvSpPr/>
          <p:nvPr/>
        </p:nvSpPr>
        <p:spPr>
          <a:xfrm>
            <a:off x="74469" y="3641338"/>
            <a:ext cx="1713238" cy="763502"/>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Hier jeweils Symbol für besseren HK mit gleichen Abmaßen vs. vergrößerten HK </a:t>
            </a:r>
          </a:p>
        </p:txBody>
      </p:sp>
      <p:sp>
        <p:nvSpPr>
          <p:cNvPr id="65" name="Textfeld 64">
            <a:extLst>
              <a:ext uri="{FF2B5EF4-FFF2-40B4-BE49-F238E27FC236}">
                <a16:creationId xmlns:a16="http://schemas.microsoft.com/office/drawing/2014/main" id="{33C80A04-F5CB-93F8-687D-411C1266E947}"/>
              </a:ext>
            </a:extLst>
          </p:cNvPr>
          <p:cNvSpPr txBox="1"/>
          <p:nvPr/>
        </p:nvSpPr>
        <p:spPr>
          <a:xfrm>
            <a:off x="3167253" y="3141736"/>
            <a:ext cx="4309313" cy="1815882"/>
          </a:xfrm>
          <a:prstGeom prst="rect">
            <a:avLst/>
          </a:prstGeom>
          <a:noFill/>
        </p:spPr>
        <p:txBody>
          <a:bodyPr wrap="square">
            <a:spAutoFit/>
          </a:bodyPr>
          <a:lstStyle/>
          <a:p>
            <a:r>
              <a:rPr lang="de-DE" sz="1400" b="1" dirty="0">
                <a:solidFill>
                  <a:srgbClr val="3C6C7F"/>
                </a:solidFill>
              </a:rPr>
              <a:t>Deutlich zu geringe Leistung</a:t>
            </a:r>
          </a:p>
          <a:p>
            <a:r>
              <a:rPr lang="de-DE" sz="1400" dirty="0"/>
              <a:t>Ein Tausch bringt viel.</a:t>
            </a:r>
          </a:p>
          <a:p>
            <a:r>
              <a:rPr lang="de-DE" sz="1400" dirty="0"/>
              <a:t>Ein neuer Heizkörper mit [deutlich mehr] Leistung kann die Effizienz einer Wärmepumpe in diesem Raum erheblich verbessern. Der neue Heizkörper müsste größer dimensioniert sein, um die Raumheizlast zu decken. Ein besserer Heizkörper (Typ 33) gleicher Größe ist wahrscheinlich nicht ausreichend.</a:t>
            </a:r>
          </a:p>
        </p:txBody>
      </p:sp>
      <p:sp>
        <p:nvSpPr>
          <p:cNvPr id="71" name="Textfeld 70">
            <a:extLst>
              <a:ext uri="{FF2B5EF4-FFF2-40B4-BE49-F238E27FC236}">
                <a16:creationId xmlns:a16="http://schemas.microsoft.com/office/drawing/2014/main" id="{ACC90D08-A62E-BEE6-DA61-357776FF6A50}"/>
              </a:ext>
            </a:extLst>
          </p:cNvPr>
          <p:cNvSpPr txBox="1"/>
          <p:nvPr/>
        </p:nvSpPr>
        <p:spPr>
          <a:xfrm>
            <a:off x="3119110" y="9254111"/>
            <a:ext cx="2079530"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35" name="Textfeld 34">
            <a:extLst>
              <a:ext uri="{FF2B5EF4-FFF2-40B4-BE49-F238E27FC236}">
                <a16:creationId xmlns:a16="http://schemas.microsoft.com/office/drawing/2014/main" id="{27BC399A-E923-B990-D126-417BFDA5861A}"/>
              </a:ext>
            </a:extLst>
          </p:cNvPr>
          <p:cNvSpPr txBox="1"/>
          <p:nvPr/>
        </p:nvSpPr>
        <p:spPr>
          <a:xfrm>
            <a:off x="1666542" y="785754"/>
            <a:ext cx="5810025" cy="307777"/>
          </a:xfrm>
          <a:prstGeom prst="rect">
            <a:avLst/>
          </a:prstGeom>
          <a:noFill/>
        </p:spPr>
        <p:txBody>
          <a:bodyPr wrap="square">
            <a:spAutoFit/>
          </a:bodyPr>
          <a:lstStyle/>
          <a:p>
            <a:r>
              <a:rPr lang="de-DE" sz="1400" b="1" dirty="0">
                <a:solidFill>
                  <a:srgbClr val="3C6C7F"/>
                </a:solidFill>
              </a:rPr>
              <a:t>Wie gut sind die Heizkörper geeignet?</a:t>
            </a:r>
          </a:p>
        </p:txBody>
      </p:sp>
      <p:pic>
        <p:nvPicPr>
          <p:cNvPr id="62" name="Grafik 61">
            <a:extLst>
              <a:ext uri="{FF2B5EF4-FFF2-40B4-BE49-F238E27FC236}">
                <a16:creationId xmlns:a16="http://schemas.microsoft.com/office/drawing/2014/main" id="{7429AC81-3C70-DDDE-2D24-1E0A17A7717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30815" y="7087592"/>
            <a:ext cx="652531" cy="786754"/>
          </a:xfrm>
          <a:prstGeom prst="rect">
            <a:avLst/>
          </a:prstGeom>
        </p:spPr>
      </p:pic>
      <p:sp>
        <p:nvSpPr>
          <p:cNvPr id="67" name="Ellipse 66">
            <a:extLst>
              <a:ext uri="{FF2B5EF4-FFF2-40B4-BE49-F238E27FC236}">
                <a16:creationId xmlns:a16="http://schemas.microsoft.com/office/drawing/2014/main" id="{F8D6429B-13B0-706C-30AF-08F03DD55463}"/>
              </a:ext>
            </a:extLst>
          </p:cNvPr>
          <p:cNvSpPr/>
          <p:nvPr/>
        </p:nvSpPr>
        <p:spPr>
          <a:xfrm>
            <a:off x="8264611" y="3141736"/>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R3</a:t>
            </a:r>
          </a:p>
        </p:txBody>
      </p:sp>
      <p:pic>
        <p:nvPicPr>
          <p:cNvPr id="73" name="Grafik 72">
            <a:extLst>
              <a:ext uri="{FF2B5EF4-FFF2-40B4-BE49-F238E27FC236}">
                <a16:creationId xmlns:a16="http://schemas.microsoft.com/office/drawing/2014/main" id="{DE153353-813A-D280-A031-C91BB30D3D7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76769" y="3575975"/>
            <a:ext cx="761697" cy="918374"/>
          </a:xfrm>
          <a:prstGeom prst="rect">
            <a:avLst/>
          </a:prstGeom>
        </p:spPr>
      </p:pic>
      <p:grpSp>
        <p:nvGrpSpPr>
          <p:cNvPr id="43" name="Gruppieren 42">
            <a:extLst>
              <a:ext uri="{FF2B5EF4-FFF2-40B4-BE49-F238E27FC236}">
                <a16:creationId xmlns:a16="http://schemas.microsoft.com/office/drawing/2014/main" id="{E8A77038-F4DA-D8AE-A136-AE10CF01AF53}"/>
              </a:ext>
            </a:extLst>
          </p:cNvPr>
          <p:cNvGrpSpPr/>
          <p:nvPr/>
        </p:nvGrpSpPr>
        <p:grpSpPr>
          <a:xfrm>
            <a:off x="1664088" y="2314264"/>
            <a:ext cx="5810026" cy="538372"/>
            <a:chOff x="1664088" y="2314264"/>
            <a:chExt cx="5810026" cy="538372"/>
          </a:xfrm>
        </p:grpSpPr>
        <p:sp>
          <p:nvSpPr>
            <p:cNvPr id="83" name="Rechteck 82">
              <a:extLst>
                <a:ext uri="{FF2B5EF4-FFF2-40B4-BE49-F238E27FC236}">
                  <a16:creationId xmlns:a16="http://schemas.microsoft.com/office/drawing/2014/main" id="{ED27C812-378A-0BEC-8E34-067327CC8CCC}"/>
                </a:ext>
              </a:extLst>
            </p:cNvPr>
            <p:cNvSpPr/>
            <p:nvPr/>
          </p:nvSpPr>
          <p:spPr>
            <a:xfrm rot="5400000">
              <a:off x="6667172" y="1669010"/>
              <a:ext cx="161688" cy="1452196"/>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4" name="Textfeld 83">
              <a:extLst>
                <a:ext uri="{FF2B5EF4-FFF2-40B4-BE49-F238E27FC236}">
                  <a16:creationId xmlns:a16="http://schemas.microsoft.com/office/drawing/2014/main" id="{97BA665B-A036-F417-E305-1D01C28BFB71}"/>
                </a:ext>
              </a:extLst>
            </p:cNvPr>
            <p:cNvSpPr txBox="1"/>
            <p:nvPr/>
          </p:nvSpPr>
          <p:spPr>
            <a:xfrm>
              <a:off x="2707854" y="2475948"/>
              <a:ext cx="819990" cy="184666"/>
            </a:xfrm>
            <a:prstGeom prst="rect">
              <a:avLst/>
            </a:prstGeom>
            <a:noFill/>
          </p:spPr>
          <p:txBody>
            <a:bodyPr wrap="square" lIns="0" tIns="0" rIns="0" bIns="0" rtlCol="0">
              <a:spAutoFit/>
            </a:bodyPr>
            <a:lstStyle/>
            <a:p>
              <a:pPr algn="ctr"/>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85" name="Rechteck 84">
              <a:extLst>
                <a:ext uri="{FF2B5EF4-FFF2-40B4-BE49-F238E27FC236}">
                  <a16:creationId xmlns:a16="http://schemas.microsoft.com/office/drawing/2014/main" id="{7736EB81-72D2-8F21-F01F-03A4EE6E21CD}"/>
                </a:ext>
              </a:extLst>
            </p:cNvPr>
            <p:cNvSpPr/>
            <p:nvPr/>
          </p:nvSpPr>
          <p:spPr>
            <a:xfrm rot="5400000">
              <a:off x="5214355" y="1669011"/>
              <a:ext cx="161688" cy="1452196"/>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6" name="Rechteck 85">
              <a:extLst>
                <a:ext uri="{FF2B5EF4-FFF2-40B4-BE49-F238E27FC236}">
                  <a16:creationId xmlns:a16="http://schemas.microsoft.com/office/drawing/2014/main" id="{5DE1FBE1-31CF-A16E-1F35-52D15C5C22B6}"/>
                </a:ext>
              </a:extLst>
            </p:cNvPr>
            <p:cNvSpPr/>
            <p:nvPr/>
          </p:nvSpPr>
          <p:spPr>
            <a:xfrm rot="5400000">
              <a:off x="3762160" y="1669010"/>
              <a:ext cx="161688" cy="1452196"/>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7" name="Rechteck 86">
              <a:extLst>
                <a:ext uri="{FF2B5EF4-FFF2-40B4-BE49-F238E27FC236}">
                  <a16:creationId xmlns:a16="http://schemas.microsoft.com/office/drawing/2014/main" id="{33998135-D3CC-6C70-C1E6-D48D16622303}"/>
                </a:ext>
              </a:extLst>
            </p:cNvPr>
            <p:cNvSpPr/>
            <p:nvPr/>
          </p:nvSpPr>
          <p:spPr>
            <a:xfrm rot="5400000">
              <a:off x="2309342" y="1669012"/>
              <a:ext cx="161688" cy="1452196"/>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sp>
          <p:nvSpPr>
            <p:cNvPr id="89" name="Textfeld 88">
              <a:extLst>
                <a:ext uri="{FF2B5EF4-FFF2-40B4-BE49-F238E27FC236}">
                  <a16:creationId xmlns:a16="http://schemas.microsoft.com/office/drawing/2014/main" id="{90FD0156-9DA2-5187-7E1E-DD08DD3334BA}"/>
                </a:ext>
              </a:extLst>
            </p:cNvPr>
            <p:cNvSpPr txBox="1"/>
            <p:nvPr/>
          </p:nvSpPr>
          <p:spPr>
            <a:xfrm>
              <a:off x="5321909" y="2483304"/>
              <a:ext cx="1293678" cy="369332"/>
            </a:xfrm>
            <a:prstGeom prst="rect">
              <a:avLst/>
            </a:prstGeom>
            <a:noFill/>
          </p:spPr>
          <p:txBody>
            <a:bodyPr wrap="square" lIns="0" tIns="0" rIns="0" bIns="0" rtlCol="0">
              <a:spAutoFit/>
            </a:bodyPr>
            <a:lstStyle/>
            <a:p>
              <a:pPr algn="ctr"/>
              <a:r>
                <a:rPr lang="de-DE" sz="1200" b="1" dirty="0">
                  <a:solidFill>
                    <a:srgbClr val="3C6C7F"/>
                  </a:solidFill>
                </a:rPr>
                <a:t>Noch nicht </a:t>
              </a:r>
            </a:p>
            <a:p>
              <a:pPr algn="ctr"/>
              <a:r>
                <a:rPr lang="de-DE" sz="1200" b="1" dirty="0">
                  <a:solidFill>
                    <a:srgbClr val="3C6C7F"/>
                  </a:solidFill>
                </a:rPr>
                <a:t>gut geeignet </a:t>
              </a:r>
            </a:p>
          </p:txBody>
        </p:sp>
        <p:sp>
          <p:nvSpPr>
            <p:cNvPr id="97" name="Textfeld 96">
              <a:extLst>
                <a:ext uri="{FF2B5EF4-FFF2-40B4-BE49-F238E27FC236}">
                  <a16:creationId xmlns:a16="http://schemas.microsoft.com/office/drawing/2014/main" id="{58ACC41F-ADB9-8940-1873-A8655C7226F4}"/>
                </a:ext>
              </a:extLst>
            </p:cNvPr>
            <p:cNvSpPr txBox="1"/>
            <p:nvPr/>
          </p:nvSpPr>
          <p:spPr>
            <a:xfrm>
              <a:off x="3956850" y="2483304"/>
              <a:ext cx="1293678" cy="369332"/>
            </a:xfrm>
            <a:prstGeom prst="rect">
              <a:avLst/>
            </a:prstGeom>
            <a:noFill/>
          </p:spPr>
          <p:txBody>
            <a:bodyPr wrap="square" lIns="0" tIns="0" rIns="0" bIns="0" rtlCol="0">
              <a:spAutoFit/>
            </a:bodyPr>
            <a:lstStyle/>
            <a:p>
              <a:pPr algn="ctr"/>
              <a:r>
                <a:rPr lang="de-DE" sz="1200" b="1" dirty="0">
                  <a:solidFill>
                    <a:srgbClr val="3C6C7F"/>
                  </a:solidFill>
                </a:rPr>
                <a:t>eingeschränkt</a:t>
              </a:r>
            </a:p>
            <a:p>
              <a:pPr algn="ctr"/>
              <a:r>
                <a:rPr lang="de-DE" sz="1200" b="1" dirty="0">
                  <a:solidFill>
                    <a:srgbClr val="3C6C7F"/>
                  </a:solidFill>
                </a:rPr>
                <a:t>geeignet </a:t>
              </a:r>
            </a:p>
          </p:txBody>
        </p:sp>
      </p:grpSp>
      <p:sp>
        <p:nvSpPr>
          <p:cNvPr id="5" name="Träne 4">
            <a:extLst>
              <a:ext uri="{FF2B5EF4-FFF2-40B4-BE49-F238E27FC236}">
                <a16:creationId xmlns:a16="http://schemas.microsoft.com/office/drawing/2014/main" id="{A9024050-DF63-5208-29EE-E30BCA889523}"/>
              </a:ext>
            </a:extLst>
          </p:cNvPr>
          <p:cNvSpPr/>
          <p:nvPr/>
        </p:nvSpPr>
        <p:spPr>
          <a:xfrm rot="8100000">
            <a:off x="6342185" y="1925791"/>
            <a:ext cx="321819" cy="321819"/>
          </a:xfrm>
          <a:prstGeom prst="teardrop">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a:extLst>
              <a:ext uri="{FF2B5EF4-FFF2-40B4-BE49-F238E27FC236}">
                <a16:creationId xmlns:a16="http://schemas.microsoft.com/office/drawing/2014/main" id="{7B4621FD-1A39-C001-0C72-12F694F849D5}"/>
              </a:ext>
            </a:extLst>
          </p:cNvPr>
          <p:cNvSpPr txBox="1"/>
          <p:nvPr/>
        </p:nvSpPr>
        <p:spPr>
          <a:xfrm>
            <a:off x="5295199" y="1217595"/>
            <a:ext cx="1835387" cy="738664"/>
          </a:xfrm>
          <a:prstGeom prst="rect">
            <a:avLst/>
          </a:prstGeom>
          <a:noFill/>
        </p:spPr>
        <p:txBody>
          <a:bodyPr wrap="square">
            <a:spAutoFit/>
          </a:bodyPr>
          <a:lstStyle/>
          <a:p>
            <a:r>
              <a:rPr lang="de-DE" sz="1400" dirty="0">
                <a:solidFill>
                  <a:schemeClr val="bg2">
                    <a:lumMod val="50000"/>
                  </a:schemeClr>
                </a:solidFill>
              </a:rPr>
              <a:t>Aktueller Heizkörper</a:t>
            </a:r>
          </a:p>
          <a:p>
            <a:r>
              <a:rPr lang="de-DE" sz="1400" dirty="0">
                <a:solidFill>
                  <a:schemeClr val="bg2">
                    <a:lumMod val="50000"/>
                  </a:schemeClr>
                </a:solidFill>
              </a:rPr>
              <a:t>550 Watt</a:t>
            </a:r>
          </a:p>
          <a:p>
            <a:r>
              <a:rPr lang="de-DE" sz="1400" dirty="0">
                <a:solidFill>
                  <a:schemeClr val="bg2">
                    <a:lumMod val="50000"/>
                  </a:schemeClr>
                </a:solidFill>
              </a:rPr>
              <a:t>40 % Deckung</a:t>
            </a:r>
          </a:p>
        </p:txBody>
      </p:sp>
      <p:sp>
        <p:nvSpPr>
          <p:cNvPr id="15" name="Textfeld 14">
            <a:extLst>
              <a:ext uri="{FF2B5EF4-FFF2-40B4-BE49-F238E27FC236}">
                <a16:creationId xmlns:a16="http://schemas.microsoft.com/office/drawing/2014/main" id="{C27F3686-74FC-1DC0-5D6D-A625A0FB5CC0}"/>
              </a:ext>
            </a:extLst>
          </p:cNvPr>
          <p:cNvSpPr txBox="1"/>
          <p:nvPr/>
        </p:nvSpPr>
        <p:spPr>
          <a:xfrm>
            <a:off x="2142982" y="1222091"/>
            <a:ext cx="2314717" cy="738664"/>
          </a:xfrm>
          <a:prstGeom prst="rect">
            <a:avLst/>
          </a:prstGeom>
          <a:noFill/>
        </p:spPr>
        <p:txBody>
          <a:bodyPr wrap="square">
            <a:spAutoFit/>
          </a:bodyPr>
          <a:lstStyle/>
          <a:p>
            <a:r>
              <a:rPr lang="de-DE" sz="1400" dirty="0">
                <a:solidFill>
                  <a:schemeClr val="bg2">
                    <a:lumMod val="50000"/>
                  </a:schemeClr>
                </a:solidFill>
              </a:rPr>
              <a:t>Besserer Heizkörper (Typ 33)</a:t>
            </a:r>
          </a:p>
          <a:p>
            <a:r>
              <a:rPr lang="de-DE" sz="1400" dirty="0">
                <a:solidFill>
                  <a:schemeClr val="bg2">
                    <a:lumMod val="50000"/>
                  </a:schemeClr>
                </a:solidFill>
              </a:rPr>
              <a:t>1.100 Watt </a:t>
            </a:r>
          </a:p>
          <a:p>
            <a:r>
              <a:rPr lang="de-DE" sz="1400" dirty="0">
                <a:solidFill>
                  <a:schemeClr val="bg2">
                    <a:lumMod val="50000"/>
                  </a:schemeClr>
                </a:solidFill>
              </a:rPr>
              <a:t>90 % Deckung</a:t>
            </a:r>
          </a:p>
        </p:txBody>
      </p:sp>
      <p:sp>
        <p:nvSpPr>
          <p:cNvPr id="18" name="Träne 17">
            <a:extLst>
              <a:ext uri="{FF2B5EF4-FFF2-40B4-BE49-F238E27FC236}">
                <a16:creationId xmlns:a16="http://schemas.microsoft.com/office/drawing/2014/main" id="{DC1FF3DD-6806-2BE3-DCA1-2A4D453E89FF}"/>
              </a:ext>
            </a:extLst>
          </p:cNvPr>
          <p:cNvSpPr/>
          <p:nvPr/>
        </p:nvSpPr>
        <p:spPr>
          <a:xfrm rot="8100000">
            <a:off x="3265083" y="1925791"/>
            <a:ext cx="321819" cy="321819"/>
          </a:xfrm>
          <a:prstGeom prst="teardrop">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4" name="Textfeld 23">
            <a:extLst>
              <a:ext uri="{FF2B5EF4-FFF2-40B4-BE49-F238E27FC236}">
                <a16:creationId xmlns:a16="http://schemas.microsoft.com/office/drawing/2014/main" id="{B018BC83-5CF4-BC47-48F1-42E72AECA92D}"/>
              </a:ext>
            </a:extLst>
          </p:cNvPr>
          <p:cNvSpPr txBox="1"/>
          <p:nvPr/>
        </p:nvSpPr>
        <p:spPr>
          <a:xfrm>
            <a:off x="1665642" y="4558722"/>
            <a:ext cx="1434884" cy="184666"/>
          </a:xfrm>
          <a:prstGeom prst="rect">
            <a:avLst/>
          </a:prstGeom>
          <a:noFill/>
        </p:spPr>
        <p:txBody>
          <a:bodyPr wrap="square" lIns="0" tIns="0" rIns="0" bIns="0" rtlCol="0">
            <a:spAutoFit/>
          </a:bodyPr>
          <a:lstStyle/>
          <a:p>
            <a:pPr algn="ctr"/>
            <a:r>
              <a:rPr lang="de-DE" sz="1200" b="1" dirty="0">
                <a:solidFill>
                  <a:srgbClr val="3C6C7F"/>
                </a:solidFill>
              </a:rPr>
              <a:t>Heizkörper vergrößern</a:t>
            </a:r>
          </a:p>
        </p:txBody>
      </p:sp>
    </p:spTree>
    <p:extLst>
      <p:ext uri="{BB962C8B-B14F-4D97-AF65-F5344CB8AC3E}">
        <p14:creationId xmlns:p14="http://schemas.microsoft.com/office/powerpoint/2010/main" val="2815823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2BBB5-9C7E-D7F7-4111-0A21F50C1A45}"/>
            </a:ext>
          </a:extLst>
        </p:cNvPr>
        <p:cNvGrpSpPr/>
        <p:nvPr/>
      </p:nvGrpSpPr>
      <p:grpSpPr>
        <a:xfrm>
          <a:off x="0" y="0"/>
          <a:ext cx="0" cy="0"/>
          <a:chOff x="0" y="0"/>
          <a:chExt cx="0" cy="0"/>
        </a:xfrm>
      </p:grpSpPr>
      <p:grpSp>
        <p:nvGrpSpPr>
          <p:cNvPr id="29" name="Gruppieren 28">
            <a:extLst>
              <a:ext uri="{FF2B5EF4-FFF2-40B4-BE49-F238E27FC236}">
                <a16:creationId xmlns:a16="http://schemas.microsoft.com/office/drawing/2014/main" id="{0878F380-077F-B8A8-D1CC-E85F9F479771}"/>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01BCD20-F1F1-1A0E-E359-D08AB75511B4}"/>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11D2FC96-86B7-258F-671F-A10CA2CE41B9}"/>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4FE9DAC4-BFC0-34DA-5166-37F7A7197D96}"/>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7F7F55AC-04A0-3FF9-69DB-6AFBE3749D67}"/>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FF020FC7-0AA6-17A1-1D74-7F5F55B88E75}"/>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3" name="Textplatzhalter 4">
            <a:extLst>
              <a:ext uri="{FF2B5EF4-FFF2-40B4-BE49-F238E27FC236}">
                <a16:creationId xmlns:a16="http://schemas.microsoft.com/office/drawing/2014/main" id="{00F787A0-BAD5-58E9-092A-8B643063A879}"/>
              </a:ext>
            </a:extLst>
          </p:cNvPr>
          <p:cNvSpPr>
            <a:spLocks noGrp="1"/>
          </p:cNvSpPr>
          <p:nvPr>
            <p:ph type="body" sz="quarter" idx="18"/>
          </p:nvPr>
        </p:nvSpPr>
        <p:spPr>
          <a:xfrm>
            <a:off x="-757235" y="3105151"/>
            <a:ext cx="10658475" cy="647700"/>
          </a:xfrm>
        </p:spPr>
        <p:txBody>
          <a:bodyPr/>
          <a:lstStyle/>
          <a:p>
            <a:pPr algn="ctr"/>
            <a:r>
              <a:rPr lang="de-DE" sz="4400" b="1" dirty="0">
                <a:solidFill>
                  <a:schemeClr val="bg2">
                    <a:lumMod val="75000"/>
                  </a:schemeClr>
                </a:solidFill>
              </a:rPr>
              <a:t>Ausgabe Gebäudeebene</a:t>
            </a:r>
          </a:p>
          <a:p>
            <a:pPr algn="ctr"/>
            <a:r>
              <a:rPr lang="de-DE" sz="4400" b="1" dirty="0">
                <a:solidFill>
                  <a:schemeClr val="bg2">
                    <a:lumMod val="75000"/>
                  </a:schemeClr>
                </a:solidFill>
              </a:rPr>
              <a:t>- Dashboard Räume</a:t>
            </a:r>
          </a:p>
        </p:txBody>
      </p:sp>
    </p:spTree>
    <p:extLst>
      <p:ext uri="{BB962C8B-B14F-4D97-AF65-F5344CB8AC3E}">
        <p14:creationId xmlns:p14="http://schemas.microsoft.com/office/powerpoint/2010/main" val="3371621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67A7ABAB-D288-1E30-95B4-3A0B229C3874}"/>
              </a:ext>
            </a:extLst>
          </p:cNvPr>
          <p:cNvSpPr/>
          <p:nvPr/>
        </p:nvSpPr>
        <p:spPr>
          <a:xfrm rot="5400000">
            <a:off x="2871557" y="1433802"/>
            <a:ext cx="184668" cy="2592905"/>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43">
            <a:extLst>
              <a:ext uri="{FF2B5EF4-FFF2-40B4-BE49-F238E27FC236}">
                <a16:creationId xmlns:a16="http://schemas.microsoft.com/office/drawing/2014/main" id="{5F33C28B-72B3-6AA8-461C-D66ACCDE4404}"/>
              </a:ext>
            </a:extLst>
          </p:cNvPr>
          <p:cNvSpPr/>
          <p:nvPr/>
        </p:nvSpPr>
        <p:spPr>
          <a:xfrm rot="5400000">
            <a:off x="2692407" y="1413264"/>
            <a:ext cx="314873" cy="236481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8" name="Rechteck 7">
            <a:extLst>
              <a:ext uri="{FF2B5EF4-FFF2-40B4-BE49-F238E27FC236}">
                <a16:creationId xmlns:a16="http://schemas.microsoft.com/office/drawing/2014/main" id="{6202C6DA-A746-C6D4-D097-9C79E2DF6435}"/>
              </a:ext>
            </a:extLst>
          </p:cNvPr>
          <p:cNvSpPr/>
          <p:nvPr/>
        </p:nvSpPr>
        <p:spPr>
          <a:xfrm rot="5400000">
            <a:off x="2431462" y="1287874"/>
            <a:ext cx="314873" cy="1842919"/>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feld 9">
            <a:extLst>
              <a:ext uri="{FF2B5EF4-FFF2-40B4-BE49-F238E27FC236}">
                <a16:creationId xmlns:a16="http://schemas.microsoft.com/office/drawing/2014/main" id="{359D2B94-C732-91E1-657A-399EFF1213DA}"/>
              </a:ext>
            </a:extLst>
          </p:cNvPr>
          <p:cNvSpPr txBox="1"/>
          <p:nvPr/>
        </p:nvSpPr>
        <p:spPr>
          <a:xfrm>
            <a:off x="1686020" y="2108687"/>
            <a:ext cx="1332535" cy="184666"/>
          </a:xfrm>
          <a:prstGeom prst="rect">
            <a:avLst/>
          </a:prstGeom>
          <a:noFill/>
        </p:spPr>
        <p:txBody>
          <a:bodyPr wrap="square" lIns="0" tIns="0" rIns="0" bIns="0" rtlCol="0">
            <a:spAutoFit/>
          </a:bodyPr>
          <a:lstStyle/>
          <a:p>
            <a:pPr algn="l"/>
            <a:r>
              <a:rPr lang="de-DE" sz="1200" b="1" dirty="0">
                <a:solidFill>
                  <a:schemeClr val="bg1"/>
                </a:solidFill>
              </a:rPr>
              <a:t>Besserer Heizkörper</a:t>
            </a:r>
          </a:p>
        </p:txBody>
      </p:sp>
      <p:sp>
        <p:nvSpPr>
          <p:cNvPr id="16" name="Rechteck 15">
            <a:extLst>
              <a:ext uri="{FF2B5EF4-FFF2-40B4-BE49-F238E27FC236}">
                <a16:creationId xmlns:a16="http://schemas.microsoft.com/office/drawing/2014/main" id="{813A0813-0C0C-9459-6F8B-BD62412C2996}"/>
              </a:ext>
            </a:extLst>
          </p:cNvPr>
          <p:cNvSpPr/>
          <p:nvPr/>
        </p:nvSpPr>
        <p:spPr>
          <a:xfrm rot="5400000">
            <a:off x="1769294" y="1543961"/>
            <a:ext cx="314873" cy="51858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AB7AD7DD-7300-95FF-67E2-4C923A8E962D}"/>
              </a:ext>
            </a:extLst>
          </p:cNvPr>
          <p:cNvSpPr txBox="1"/>
          <p:nvPr/>
        </p:nvSpPr>
        <p:spPr>
          <a:xfrm>
            <a:off x="1686020" y="1699472"/>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grpSp>
        <p:nvGrpSpPr>
          <p:cNvPr id="25" name="Gruppieren 24">
            <a:extLst>
              <a:ext uri="{FF2B5EF4-FFF2-40B4-BE49-F238E27FC236}">
                <a16:creationId xmlns:a16="http://schemas.microsoft.com/office/drawing/2014/main" id="{CD621DF5-6D77-0383-F998-F84C0A701280}"/>
              </a:ext>
            </a:extLst>
          </p:cNvPr>
          <p:cNvGrpSpPr/>
          <p:nvPr/>
        </p:nvGrpSpPr>
        <p:grpSpPr>
          <a:xfrm>
            <a:off x="-3639836" y="1062331"/>
            <a:ext cx="3212036" cy="557313"/>
            <a:chOff x="526811" y="1062331"/>
            <a:chExt cx="3212036" cy="557313"/>
          </a:xfrm>
        </p:grpSpPr>
        <p:sp>
          <p:nvSpPr>
            <p:cNvPr id="26" name="Rechteck 25">
              <a:extLst>
                <a:ext uri="{FF2B5EF4-FFF2-40B4-BE49-F238E27FC236}">
                  <a16:creationId xmlns:a16="http://schemas.microsoft.com/office/drawing/2014/main" id="{A95C3FD0-CDF7-D67F-E45E-DFCDFF099D9B}"/>
                </a:ext>
              </a:extLst>
            </p:cNvPr>
            <p:cNvSpPr/>
            <p:nvPr/>
          </p:nvSpPr>
          <p:spPr>
            <a:xfrm rot="5400000">
              <a:off x="2040496" y="-298107"/>
              <a:ext cx="184668"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a:extLst>
                <a:ext uri="{FF2B5EF4-FFF2-40B4-BE49-F238E27FC236}">
                  <a16:creationId xmlns:a16="http://schemas.microsoft.com/office/drawing/2014/main" id="{A6445247-53BE-3F7C-ECD7-A76B9F3EAA62}"/>
                </a:ext>
              </a:extLst>
            </p:cNvPr>
            <p:cNvSpPr/>
            <p:nvPr/>
          </p:nvSpPr>
          <p:spPr>
            <a:xfrm rot="5400000">
              <a:off x="1510861" y="320724"/>
              <a:ext cx="314873" cy="228296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feld 27">
              <a:extLst>
                <a:ext uri="{FF2B5EF4-FFF2-40B4-BE49-F238E27FC236}">
                  <a16:creationId xmlns:a16="http://schemas.microsoft.com/office/drawing/2014/main" id="{7B2E0CFD-30AE-B813-A496-E9F88612FE28}"/>
                </a:ext>
              </a:extLst>
            </p:cNvPr>
            <p:cNvSpPr txBox="1"/>
            <p:nvPr/>
          </p:nvSpPr>
          <p:spPr>
            <a:xfrm>
              <a:off x="549831" y="1361561"/>
              <a:ext cx="1650715" cy="184666"/>
            </a:xfrm>
            <a:prstGeom prst="rect">
              <a:avLst/>
            </a:prstGeom>
            <a:noFill/>
          </p:spPr>
          <p:txBody>
            <a:bodyPr wrap="square" lIns="0" tIns="0" rIns="0" bIns="0" rtlCol="0">
              <a:spAutoFit/>
            </a:bodyPr>
            <a:lstStyle/>
            <a:p>
              <a:pPr algn="l"/>
              <a:r>
                <a:rPr lang="de-DE" sz="1200" b="1" dirty="0">
                  <a:solidFill>
                    <a:schemeClr val="bg1"/>
                  </a:solidFill>
                </a:rPr>
                <a:t>Neuer Heizkörper</a:t>
              </a:r>
            </a:p>
          </p:txBody>
        </p:sp>
        <p:sp>
          <p:nvSpPr>
            <p:cNvPr id="35" name="Rechteck 34">
              <a:extLst>
                <a:ext uri="{FF2B5EF4-FFF2-40B4-BE49-F238E27FC236}">
                  <a16:creationId xmlns:a16="http://schemas.microsoft.com/office/drawing/2014/main" id="{88428B22-4513-F55F-0CFD-5EFDCE6FF31B}"/>
                </a:ext>
              </a:extLst>
            </p:cNvPr>
            <p:cNvSpPr/>
            <p:nvPr/>
          </p:nvSpPr>
          <p:spPr>
            <a:xfrm rot="5400000">
              <a:off x="690582" y="898560"/>
              <a:ext cx="314873" cy="642415"/>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Textfeld 35">
              <a:extLst>
                <a:ext uri="{FF2B5EF4-FFF2-40B4-BE49-F238E27FC236}">
                  <a16:creationId xmlns:a16="http://schemas.microsoft.com/office/drawing/2014/main" id="{EFA589B6-2E42-0406-9402-A6607B0FC1D7}"/>
                </a:ext>
              </a:extLst>
            </p:cNvPr>
            <p:cNvSpPr txBox="1"/>
            <p:nvPr/>
          </p:nvSpPr>
          <p:spPr>
            <a:xfrm>
              <a:off x="549831" y="1115985"/>
              <a:ext cx="642415" cy="184666"/>
            </a:xfrm>
            <a:prstGeom prst="rect">
              <a:avLst/>
            </a:prstGeom>
            <a:noFill/>
          </p:spPr>
          <p:txBody>
            <a:bodyPr wrap="square" lIns="0" tIns="0" rIns="0" bIns="0" rtlCol="0">
              <a:spAutoFit/>
            </a:bodyPr>
            <a:lstStyle/>
            <a:p>
              <a:pPr algn="l"/>
              <a:r>
                <a:rPr lang="de-DE" sz="1200" b="1" dirty="0">
                  <a:solidFill>
                    <a:schemeClr val="bg1"/>
                  </a:solidFill>
                </a:rPr>
                <a:t>Aktuell</a:t>
              </a:r>
            </a:p>
          </p:txBody>
        </p:sp>
      </p:grpSp>
      <p:sp>
        <p:nvSpPr>
          <p:cNvPr id="37" name="Textfeld 36">
            <a:extLst>
              <a:ext uri="{FF2B5EF4-FFF2-40B4-BE49-F238E27FC236}">
                <a16:creationId xmlns:a16="http://schemas.microsoft.com/office/drawing/2014/main" id="{47370BDF-321B-33B5-4CCE-5D1FC2D4E27E}"/>
              </a:ext>
            </a:extLst>
          </p:cNvPr>
          <p:cNvSpPr txBox="1"/>
          <p:nvPr/>
        </p:nvSpPr>
        <p:spPr>
          <a:xfrm>
            <a:off x="1664568" y="760132"/>
            <a:ext cx="2209017" cy="400110"/>
          </a:xfrm>
          <a:prstGeom prst="rect">
            <a:avLst/>
          </a:prstGeom>
          <a:noFill/>
        </p:spPr>
        <p:txBody>
          <a:bodyPr wrap="square">
            <a:spAutoFit/>
          </a:bodyPr>
          <a:lstStyle/>
          <a:p>
            <a:pPr algn="l"/>
            <a:r>
              <a:rPr lang="de-DE" sz="2000" b="1" dirty="0">
                <a:solidFill>
                  <a:schemeClr val="bg2">
                    <a:lumMod val="50000"/>
                  </a:schemeClr>
                </a:solidFill>
              </a:rPr>
              <a:t>Wohnzimmer </a:t>
            </a:r>
          </a:p>
        </p:txBody>
      </p:sp>
      <p:sp>
        <p:nvSpPr>
          <p:cNvPr id="39" name="Textfeld 38">
            <a:extLst>
              <a:ext uri="{FF2B5EF4-FFF2-40B4-BE49-F238E27FC236}">
                <a16:creationId xmlns:a16="http://schemas.microsoft.com/office/drawing/2014/main" id="{ED4990BA-708D-2269-EEAC-9A696C348D56}"/>
              </a:ext>
            </a:extLst>
          </p:cNvPr>
          <p:cNvSpPr txBox="1"/>
          <p:nvPr/>
        </p:nvSpPr>
        <p:spPr>
          <a:xfrm>
            <a:off x="1664568" y="5445488"/>
            <a:ext cx="2209017" cy="400110"/>
          </a:xfrm>
          <a:prstGeom prst="rect">
            <a:avLst/>
          </a:prstGeom>
          <a:noFill/>
        </p:spPr>
        <p:txBody>
          <a:bodyPr wrap="square">
            <a:spAutoFit/>
          </a:bodyPr>
          <a:lstStyle/>
          <a:p>
            <a:pPr algn="l"/>
            <a:r>
              <a:rPr lang="de-DE" sz="2000" b="1" dirty="0">
                <a:solidFill>
                  <a:schemeClr val="bg2">
                    <a:lumMod val="50000"/>
                  </a:schemeClr>
                </a:solidFill>
              </a:rPr>
              <a:t>Arbeitszimmer</a:t>
            </a:r>
          </a:p>
        </p:txBody>
      </p:sp>
      <p:pic>
        <p:nvPicPr>
          <p:cNvPr id="41" name="Grafik 40">
            <a:extLst>
              <a:ext uri="{FF2B5EF4-FFF2-40B4-BE49-F238E27FC236}">
                <a16:creationId xmlns:a16="http://schemas.microsoft.com/office/drawing/2014/main" id="{6F4F1BFF-C43E-8F33-0396-DBE4544103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59237" y="2329419"/>
            <a:ext cx="417734" cy="503658"/>
          </a:xfrm>
          <a:prstGeom prst="rect">
            <a:avLst/>
          </a:prstGeom>
        </p:spPr>
      </p:pic>
      <p:pic>
        <p:nvPicPr>
          <p:cNvPr id="43" name="Grafik 42">
            <a:extLst>
              <a:ext uri="{FF2B5EF4-FFF2-40B4-BE49-F238E27FC236}">
                <a16:creationId xmlns:a16="http://schemas.microsoft.com/office/drawing/2014/main" id="{DC24C46E-D01D-4439-B2E5-202E077303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33216" y="1558016"/>
            <a:ext cx="459190" cy="459190"/>
          </a:xfrm>
          <a:prstGeom prst="rect">
            <a:avLst/>
          </a:prstGeom>
        </p:spPr>
      </p:pic>
      <p:sp>
        <p:nvSpPr>
          <p:cNvPr id="45" name="Textfeld 44">
            <a:extLst>
              <a:ext uri="{FF2B5EF4-FFF2-40B4-BE49-F238E27FC236}">
                <a16:creationId xmlns:a16="http://schemas.microsoft.com/office/drawing/2014/main" id="{2C785C8E-1FE9-7877-2D0F-01A7DA7ABEE0}"/>
              </a:ext>
            </a:extLst>
          </p:cNvPr>
          <p:cNvSpPr txBox="1"/>
          <p:nvPr/>
        </p:nvSpPr>
        <p:spPr>
          <a:xfrm>
            <a:off x="1686020" y="2488915"/>
            <a:ext cx="2079530" cy="184666"/>
          </a:xfrm>
          <a:prstGeom prst="rect">
            <a:avLst/>
          </a:prstGeom>
          <a:noFill/>
        </p:spPr>
        <p:txBody>
          <a:bodyPr wrap="square" lIns="0" tIns="0" rIns="0" bIns="0" rtlCol="0">
            <a:spAutoFit/>
          </a:bodyPr>
          <a:lstStyle/>
          <a:p>
            <a:pPr algn="l"/>
            <a:r>
              <a:rPr lang="de-DE" sz="1200" b="1" dirty="0">
                <a:solidFill>
                  <a:schemeClr val="bg1"/>
                </a:solidFill>
              </a:rPr>
              <a:t>Vergrößerter Heizkörper</a:t>
            </a:r>
          </a:p>
        </p:txBody>
      </p:sp>
      <p:sp>
        <p:nvSpPr>
          <p:cNvPr id="69" name="Foliennummernplatzhalter 2">
            <a:extLst>
              <a:ext uri="{FF2B5EF4-FFF2-40B4-BE49-F238E27FC236}">
                <a16:creationId xmlns:a16="http://schemas.microsoft.com/office/drawing/2014/main" id="{65D4779A-02F9-D223-33C8-1E9B8B4D74D5}"/>
              </a:ext>
            </a:extLst>
          </p:cNvPr>
          <p:cNvSpPr>
            <a:spLocks noGrp="1"/>
          </p:cNvSpPr>
          <p:nvPr>
            <p:ph type="sldNum" sz="quarter" idx="11"/>
          </p:nvPr>
        </p:nvSpPr>
        <p:spPr>
          <a:xfrm>
            <a:off x="-5937571" y="7189844"/>
            <a:ext cx="890587" cy="125976"/>
          </a:xfrm>
        </p:spPr>
        <p:txBody>
          <a:bodyPr/>
          <a:lstStyle/>
          <a:p>
            <a:pPr algn="l"/>
            <a:r>
              <a:rPr lang="de-DE"/>
              <a:t>Seite </a:t>
            </a:r>
            <a:fld id="{116EDF81-E62B-6D4E-87B5-2A3890D58C7C}" type="slidenum">
              <a:rPr lang="de-DE" smtClean="0"/>
              <a:pPr algn="l"/>
              <a:t>12</a:t>
            </a:fld>
            <a:endParaRPr lang="de-DE"/>
          </a:p>
        </p:txBody>
      </p:sp>
      <p:pic>
        <p:nvPicPr>
          <p:cNvPr id="70" name="Grafik 69">
            <a:extLst>
              <a:ext uri="{FF2B5EF4-FFF2-40B4-BE49-F238E27FC236}">
                <a16:creationId xmlns:a16="http://schemas.microsoft.com/office/drawing/2014/main" id="{81EB7CE3-AE6A-6A4A-8405-BEA259648A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16305" y="2009037"/>
            <a:ext cx="1409700" cy="1304925"/>
          </a:xfrm>
          <a:prstGeom prst="rect">
            <a:avLst/>
          </a:prstGeom>
        </p:spPr>
      </p:pic>
      <p:pic>
        <p:nvPicPr>
          <p:cNvPr id="71" name="Grafik 70">
            <a:extLst>
              <a:ext uri="{FF2B5EF4-FFF2-40B4-BE49-F238E27FC236}">
                <a16:creationId xmlns:a16="http://schemas.microsoft.com/office/drawing/2014/main" id="{C3E778AD-FB01-A19B-BB49-32455830FA9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16064" y="2066189"/>
            <a:ext cx="1266825" cy="1247775"/>
          </a:xfrm>
          <a:prstGeom prst="rect">
            <a:avLst/>
          </a:prstGeom>
        </p:spPr>
      </p:pic>
      <p:pic>
        <p:nvPicPr>
          <p:cNvPr id="72" name="Grafik 71">
            <a:extLst>
              <a:ext uri="{FF2B5EF4-FFF2-40B4-BE49-F238E27FC236}">
                <a16:creationId xmlns:a16="http://schemas.microsoft.com/office/drawing/2014/main" id="{8A59A52C-2E96-EDC6-5146-3C0A50684CA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99299" y="1913789"/>
            <a:ext cx="1323975" cy="1400175"/>
          </a:xfrm>
          <a:prstGeom prst="rect">
            <a:avLst/>
          </a:prstGeom>
        </p:spPr>
      </p:pic>
      <p:pic>
        <p:nvPicPr>
          <p:cNvPr id="73" name="Grafik 72">
            <a:extLst>
              <a:ext uri="{FF2B5EF4-FFF2-40B4-BE49-F238E27FC236}">
                <a16:creationId xmlns:a16="http://schemas.microsoft.com/office/drawing/2014/main" id="{8C268FD0-62F8-4410-EC81-551445ACDBA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41641" y="1913786"/>
            <a:ext cx="1304925" cy="1485900"/>
          </a:xfrm>
          <a:prstGeom prst="rect">
            <a:avLst/>
          </a:prstGeom>
        </p:spPr>
      </p:pic>
      <p:pic>
        <p:nvPicPr>
          <p:cNvPr id="74" name="Grafik 73">
            <a:extLst>
              <a:ext uri="{FF2B5EF4-FFF2-40B4-BE49-F238E27FC236}">
                <a16:creationId xmlns:a16="http://schemas.microsoft.com/office/drawing/2014/main" id="{933F3379-B3DA-C8D7-206A-16C48A1B5A9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216305" y="3745761"/>
            <a:ext cx="1409700" cy="1304925"/>
          </a:xfrm>
          <a:prstGeom prst="rect">
            <a:avLst/>
          </a:prstGeom>
        </p:spPr>
      </p:pic>
      <p:pic>
        <p:nvPicPr>
          <p:cNvPr id="75" name="Grafik 74">
            <a:extLst>
              <a:ext uri="{FF2B5EF4-FFF2-40B4-BE49-F238E27FC236}">
                <a16:creationId xmlns:a16="http://schemas.microsoft.com/office/drawing/2014/main" id="{5506FB46-1DB1-E977-E45E-B6C929E1CE4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316065" y="3802914"/>
            <a:ext cx="1266825" cy="1247775"/>
          </a:xfrm>
          <a:prstGeom prst="rect">
            <a:avLst/>
          </a:prstGeom>
        </p:spPr>
      </p:pic>
      <p:pic>
        <p:nvPicPr>
          <p:cNvPr id="76" name="Grafik 75">
            <a:extLst>
              <a:ext uri="{FF2B5EF4-FFF2-40B4-BE49-F238E27FC236}">
                <a16:creationId xmlns:a16="http://schemas.microsoft.com/office/drawing/2014/main" id="{4C53A3C9-1D4C-8649-BF40-A4F00F1F479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399299" y="3650514"/>
            <a:ext cx="1323975" cy="1400175"/>
          </a:xfrm>
          <a:prstGeom prst="rect">
            <a:avLst/>
          </a:prstGeom>
        </p:spPr>
      </p:pic>
      <p:pic>
        <p:nvPicPr>
          <p:cNvPr id="77" name="Grafik 76">
            <a:extLst>
              <a:ext uri="{FF2B5EF4-FFF2-40B4-BE49-F238E27FC236}">
                <a16:creationId xmlns:a16="http://schemas.microsoft.com/office/drawing/2014/main" id="{3049ECC9-3028-8751-3361-B9232D9D1049}"/>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541642" y="3655273"/>
            <a:ext cx="1304925" cy="1485900"/>
          </a:xfrm>
          <a:prstGeom prst="rect">
            <a:avLst/>
          </a:prstGeom>
        </p:spPr>
      </p:pic>
      <p:pic>
        <p:nvPicPr>
          <p:cNvPr id="78" name="Grafik 77">
            <a:extLst>
              <a:ext uri="{FF2B5EF4-FFF2-40B4-BE49-F238E27FC236}">
                <a16:creationId xmlns:a16="http://schemas.microsoft.com/office/drawing/2014/main" id="{EE33097B-4928-B148-83D0-8DD37AF0A304}"/>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216305" y="5557612"/>
            <a:ext cx="1409700" cy="1304925"/>
          </a:xfrm>
          <a:prstGeom prst="rect">
            <a:avLst/>
          </a:prstGeom>
        </p:spPr>
      </p:pic>
      <p:pic>
        <p:nvPicPr>
          <p:cNvPr id="79" name="Grafik 78">
            <a:extLst>
              <a:ext uri="{FF2B5EF4-FFF2-40B4-BE49-F238E27FC236}">
                <a16:creationId xmlns:a16="http://schemas.microsoft.com/office/drawing/2014/main" id="{617A1AA9-008B-3A3F-B866-CFC86FFFFFD2}"/>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316067" y="5614765"/>
            <a:ext cx="1266825" cy="1247775"/>
          </a:xfrm>
          <a:prstGeom prst="rect">
            <a:avLst/>
          </a:prstGeom>
        </p:spPr>
      </p:pic>
      <p:pic>
        <p:nvPicPr>
          <p:cNvPr id="80" name="Grafik 79">
            <a:extLst>
              <a:ext uri="{FF2B5EF4-FFF2-40B4-BE49-F238E27FC236}">
                <a16:creationId xmlns:a16="http://schemas.microsoft.com/office/drawing/2014/main" id="{A23A4254-D1B8-6B94-1AD4-DE8CA45D60A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399299" y="5462365"/>
            <a:ext cx="1323975" cy="1400175"/>
          </a:xfrm>
          <a:prstGeom prst="rect">
            <a:avLst/>
          </a:prstGeom>
        </p:spPr>
      </p:pic>
      <p:pic>
        <p:nvPicPr>
          <p:cNvPr id="81" name="Grafik 80">
            <a:extLst>
              <a:ext uri="{FF2B5EF4-FFF2-40B4-BE49-F238E27FC236}">
                <a16:creationId xmlns:a16="http://schemas.microsoft.com/office/drawing/2014/main" id="{2E785956-23AD-9670-8C5F-6486B98C2B1B}"/>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41643" y="5467123"/>
            <a:ext cx="1304925" cy="1485900"/>
          </a:xfrm>
          <a:prstGeom prst="rect">
            <a:avLst/>
          </a:prstGeom>
        </p:spPr>
      </p:pic>
      <p:pic>
        <p:nvPicPr>
          <p:cNvPr id="82" name="Grafik 81">
            <a:extLst>
              <a:ext uri="{FF2B5EF4-FFF2-40B4-BE49-F238E27FC236}">
                <a16:creationId xmlns:a16="http://schemas.microsoft.com/office/drawing/2014/main" id="{465E49B5-FA69-A936-F25E-9B3219D9C55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97815" y="1641625"/>
            <a:ext cx="726856" cy="672833"/>
          </a:xfrm>
          <a:prstGeom prst="rect">
            <a:avLst/>
          </a:prstGeom>
        </p:spPr>
      </p:pic>
      <p:pic>
        <p:nvPicPr>
          <p:cNvPr id="2" name="Grafik 1">
            <a:extLst>
              <a:ext uri="{FF2B5EF4-FFF2-40B4-BE49-F238E27FC236}">
                <a16:creationId xmlns:a16="http://schemas.microsoft.com/office/drawing/2014/main" id="{6DCD559E-AE5F-A9CB-0309-4A0C41431017}"/>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646752" y="1977766"/>
            <a:ext cx="299435" cy="433225"/>
          </a:xfrm>
          <a:prstGeom prst="rect">
            <a:avLst/>
          </a:prstGeom>
        </p:spPr>
      </p:pic>
      <p:sp>
        <p:nvSpPr>
          <p:cNvPr id="3" name="Rechteck 2">
            <a:extLst>
              <a:ext uri="{FF2B5EF4-FFF2-40B4-BE49-F238E27FC236}">
                <a16:creationId xmlns:a16="http://schemas.microsoft.com/office/drawing/2014/main" id="{AA1A8010-4E26-2323-38D6-EFD4D3E1A540}"/>
              </a:ext>
            </a:extLst>
          </p:cNvPr>
          <p:cNvSpPr/>
          <p:nvPr/>
        </p:nvSpPr>
        <p:spPr>
          <a:xfrm rot="5400000">
            <a:off x="2871557" y="3505484"/>
            <a:ext cx="184668" cy="2592905"/>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E0887A6F-174A-4196-ED51-AA25C5262CEC}"/>
              </a:ext>
            </a:extLst>
          </p:cNvPr>
          <p:cNvSpPr/>
          <p:nvPr/>
        </p:nvSpPr>
        <p:spPr>
          <a:xfrm rot="5400000">
            <a:off x="2806453" y="3339370"/>
            <a:ext cx="314873" cy="2592904"/>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AB43E4DE-C8BE-87D0-FC9E-AB984107F132}"/>
              </a:ext>
            </a:extLst>
          </p:cNvPr>
          <p:cNvSpPr txBox="1"/>
          <p:nvPr/>
        </p:nvSpPr>
        <p:spPr>
          <a:xfrm>
            <a:off x="1686020" y="4535175"/>
            <a:ext cx="1332535" cy="184666"/>
          </a:xfrm>
          <a:prstGeom prst="rect">
            <a:avLst/>
          </a:prstGeom>
          <a:noFill/>
        </p:spPr>
        <p:txBody>
          <a:bodyPr wrap="square" lIns="0" tIns="0" rIns="0" bIns="0" rtlCol="0">
            <a:spAutoFit/>
          </a:bodyPr>
          <a:lstStyle/>
          <a:p>
            <a:pPr algn="l"/>
            <a:r>
              <a:rPr lang="de-DE" sz="1200" b="1" dirty="0">
                <a:solidFill>
                  <a:schemeClr val="bg1"/>
                </a:solidFill>
              </a:rPr>
              <a:t>Besserer Heizkörper</a:t>
            </a:r>
          </a:p>
        </p:txBody>
      </p:sp>
      <p:sp>
        <p:nvSpPr>
          <p:cNvPr id="9" name="Rechteck 8">
            <a:extLst>
              <a:ext uri="{FF2B5EF4-FFF2-40B4-BE49-F238E27FC236}">
                <a16:creationId xmlns:a16="http://schemas.microsoft.com/office/drawing/2014/main" id="{6F69A048-DF8C-D962-E70C-68FD1589982D}"/>
              </a:ext>
            </a:extLst>
          </p:cNvPr>
          <p:cNvSpPr/>
          <p:nvPr/>
        </p:nvSpPr>
        <p:spPr>
          <a:xfrm rot="5400000">
            <a:off x="2171987" y="3567757"/>
            <a:ext cx="314873" cy="1323974"/>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96D65992-2926-0940-FB2B-6C812A8F638A}"/>
              </a:ext>
            </a:extLst>
          </p:cNvPr>
          <p:cNvSpPr txBox="1"/>
          <p:nvPr/>
        </p:nvSpPr>
        <p:spPr>
          <a:xfrm>
            <a:off x="1686020" y="4125960"/>
            <a:ext cx="518588" cy="184666"/>
          </a:xfrm>
          <a:prstGeom prst="rect">
            <a:avLst/>
          </a:prstGeom>
          <a:noFill/>
        </p:spPr>
        <p:txBody>
          <a:bodyPr wrap="square" lIns="0" tIns="0" rIns="0" bIns="0" rtlCol="0">
            <a:spAutoFit/>
          </a:bodyPr>
          <a:lstStyle/>
          <a:p>
            <a:pPr algn="l"/>
            <a:r>
              <a:rPr lang="de-DE" sz="1200" b="1" dirty="0">
                <a:solidFill>
                  <a:schemeClr val="bg1"/>
                </a:solidFill>
              </a:rPr>
              <a:t>Aktuell</a:t>
            </a:r>
          </a:p>
        </p:txBody>
      </p:sp>
      <p:pic>
        <p:nvPicPr>
          <p:cNvPr id="15" name="Grafik 14">
            <a:extLst>
              <a:ext uri="{FF2B5EF4-FFF2-40B4-BE49-F238E27FC236}">
                <a16:creationId xmlns:a16="http://schemas.microsoft.com/office/drawing/2014/main" id="{6A11DA1B-D304-E7C2-1C04-09B907055214}"/>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335901" y="4404254"/>
            <a:ext cx="299435" cy="433225"/>
          </a:xfrm>
          <a:prstGeom prst="rect">
            <a:avLst/>
          </a:prstGeom>
        </p:spPr>
      </p:pic>
      <p:pic>
        <p:nvPicPr>
          <p:cNvPr id="17" name="Grafik 16">
            <a:extLst>
              <a:ext uri="{FF2B5EF4-FFF2-40B4-BE49-F238E27FC236}">
                <a16:creationId xmlns:a16="http://schemas.microsoft.com/office/drawing/2014/main" id="{CBCA22AC-1CEF-3535-0525-35E42E31B104}"/>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3046853" y="3991443"/>
            <a:ext cx="459190" cy="459190"/>
          </a:xfrm>
          <a:prstGeom prst="rect">
            <a:avLst/>
          </a:prstGeom>
        </p:spPr>
      </p:pic>
      <p:sp>
        <p:nvSpPr>
          <p:cNvPr id="18" name="Textfeld 17">
            <a:extLst>
              <a:ext uri="{FF2B5EF4-FFF2-40B4-BE49-F238E27FC236}">
                <a16:creationId xmlns:a16="http://schemas.microsoft.com/office/drawing/2014/main" id="{38F97961-9D64-C9D2-A374-687970F43586}"/>
              </a:ext>
            </a:extLst>
          </p:cNvPr>
          <p:cNvSpPr txBox="1"/>
          <p:nvPr/>
        </p:nvSpPr>
        <p:spPr>
          <a:xfrm>
            <a:off x="1664568" y="1215576"/>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20" name="Textfeld 19">
            <a:extLst>
              <a:ext uri="{FF2B5EF4-FFF2-40B4-BE49-F238E27FC236}">
                <a16:creationId xmlns:a16="http://schemas.microsoft.com/office/drawing/2014/main" id="{412A0781-5A09-DE9D-8562-565A9876544E}"/>
              </a:ext>
            </a:extLst>
          </p:cNvPr>
          <p:cNvSpPr txBox="1"/>
          <p:nvPr/>
        </p:nvSpPr>
        <p:spPr>
          <a:xfrm>
            <a:off x="5084043" y="1215576"/>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sp>
        <p:nvSpPr>
          <p:cNvPr id="21" name="Textfeld 20">
            <a:extLst>
              <a:ext uri="{FF2B5EF4-FFF2-40B4-BE49-F238E27FC236}">
                <a16:creationId xmlns:a16="http://schemas.microsoft.com/office/drawing/2014/main" id="{901D0253-717E-A1B0-1A63-AFC181AA4031}"/>
              </a:ext>
            </a:extLst>
          </p:cNvPr>
          <p:cNvSpPr txBox="1"/>
          <p:nvPr/>
        </p:nvSpPr>
        <p:spPr>
          <a:xfrm>
            <a:off x="1664568" y="3196677"/>
            <a:ext cx="2209017" cy="400110"/>
          </a:xfrm>
          <a:prstGeom prst="rect">
            <a:avLst/>
          </a:prstGeom>
          <a:noFill/>
        </p:spPr>
        <p:txBody>
          <a:bodyPr wrap="square">
            <a:spAutoFit/>
          </a:bodyPr>
          <a:lstStyle/>
          <a:p>
            <a:pPr algn="l"/>
            <a:r>
              <a:rPr lang="de-DE" sz="2000" b="1" dirty="0">
                <a:solidFill>
                  <a:schemeClr val="bg2">
                    <a:lumMod val="50000"/>
                  </a:schemeClr>
                </a:solidFill>
              </a:rPr>
              <a:t>Schlafzimmer</a:t>
            </a:r>
          </a:p>
        </p:txBody>
      </p:sp>
      <p:sp>
        <p:nvSpPr>
          <p:cNvPr id="22" name="Textfeld 21">
            <a:extLst>
              <a:ext uri="{FF2B5EF4-FFF2-40B4-BE49-F238E27FC236}">
                <a16:creationId xmlns:a16="http://schemas.microsoft.com/office/drawing/2014/main" id="{888EBDCC-588C-605C-C5A8-9C999216CC11}"/>
              </a:ext>
            </a:extLst>
          </p:cNvPr>
          <p:cNvSpPr txBox="1"/>
          <p:nvPr/>
        </p:nvSpPr>
        <p:spPr>
          <a:xfrm>
            <a:off x="1664568" y="3663224"/>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23" name="Textfeld 22">
            <a:extLst>
              <a:ext uri="{FF2B5EF4-FFF2-40B4-BE49-F238E27FC236}">
                <a16:creationId xmlns:a16="http://schemas.microsoft.com/office/drawing/2014/main" id="{87FE6713-AD10-8DA0-8FD1-A21D28B1572F}"/>
              </a:ext>
            </a:extLst>
          </p:cNvPr>
          <p:cNvSpPr txBox="1"/>
          <p:nvPr/>
        </p:nvSpPr>
        <p:spPr>
          <a:xfrm>
            <a:off x="5084043" y="3663224"/>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pic>
        <p:nvPicPr>
          <p:cNvPr id="24" name="Grafik 23">
            <a:extLst>
              <a:ext uri="{FF2B5EF4-FFF2-40B4-BE49-F238E27FC236}">
                <a16:creationId xmlns:a16="http://schemas.microsoft.com/office/drawing/2014/main" id="{57053AC7-9179-029A-D24F-97E616A650B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241193" y="4085714"/>
            <a:ext cx="683478" cy="673200"/>
          </a:xfrm>
          <a:prstGeom prst="rect">
            <a:avLst/>
          </a:prstGeom>
        </p:spPr>
      </p:pic>
      <p:sp>
        <p:nvSpPr>
          <p:cNvPr id="40" name="Rechteck 39">
            <a:extLst>
              <a:ext uri="{FF2B5EF4-FFF2-40B4-BE49-F238E27FC236}">
                <a16:creationId xmlns:a16="http://schemas.microsoft.com/office/drawing/2014/main" id="{287DCEEF-B84D-6F8A-6F1E-356DA622F580}"/>
              </a:ext>
            </a:extLst>
          </p:cNvPr>
          <p:cNvSpPr/>
          <p:nvPr/>
        </p:nvSpPr>
        <p:spPr>
          <a:xfrm>
            <a:off x="6326383" y="1519523"/>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Hier bräuchte man dann auch Output, wenn es kein explizites Schlechtpunkt-Bauteil gibt. </a:t>
            </a:r>
          </a:p>
        </p:txBody>
      </p:sp>
      <p:sp>
        <p:nvSpPr>
          <p:cNvPr id="42" name="Textfeld 41">
            <a:extLst>
              <a:ext uri="{FF2B5EF4-FFF2-40B4-BE49-F238E27FC236}">
                <a16:creationId xmlns:a16="http://schemas.microsoft.com/office/drawing/2014/main" id="{5A48016C-FD60-9280-521C-B3897B38BD7C}"/>
              </a:ext>
            </a:extLst>
          </p:cNvPr>
          <p:cNvSpPr txBox="1"/>
          <p:nvPr/>
        </p:nvSpPr>
        <p:spPr>
          <a:xfrm>
            <a:off x="1664568" y="5873216"/>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46" name="Textfeld 45">
            <a:extLst>
              <a:ext uri="{FF2B5EF4-FFF2-40B4-BE49-F238E27FC236}">
                <a16:creationId xmlns:a16="http://schemas.microsoft.com/office/drawing/2014/main" id="{1AF8883A-DA52-601A-C15B-A49A7A7660EC}"/>
              </a:ext>
            </a:extLst>
          </p:cNvPr>
          <p:cNvSpPr txBox="1"/>
          <p:nvPr/>
        </p:nvSpPr>
        <p:spPr>
          <a:xfrm>
            <a:off x="5084043" y="5873216"/>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sp>
        <p:nvSpPr>
          <p:cNvPr id="52" name="Rechteck: abgerundete Ecken 51">
            <a:extLst>
              <a:ext uri="{FF2B5EF4-FFF2-40B4-BE49-F238E27FC236}">
                <a16:creationId xmlns:a16="http://schemas.microsoft.com/office/drawing/2014/main" id="{87DEBC0C-A850-5798-4A3A-82066B64C18C}"/>
              </a:ext>
            </a:extLst>
          </p:cNvPr>
          <p:cNvSpPr/>
          <p:nvPr/>
        </p:nvSpPr>
        <p:spPr>
          <a:xfrm>
            <a:off x="1476375" y="1160242"/>
            <a:ext cx="6296025" cy="1804295"/>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Rechteck: abgerundete Ecken 52">
            <a:extLst>
              <a:ext uri="{FF2B5EF4-FFF2-40B4-BE49-F238E27FC236}">
                <a16:creationId xmlns:a16="http://schemas.microsoft.com/office/drawing/2014/main" id="{783632F8-BF39-FBFA-D212-F07BDC290F42}"/>
              </a:ext>
            </a:extLst>
          </p:cNvPr>
          <p:cNvSpPr/>
          <p:nvPr/>
        </p:nvSpPr>
        <p:spPr>
          <a:xfrm>
            <a:off x="1476375" y="3606993"/>
            <a:ext cx="6296025" cy="1656761"/>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D4FF5715-4A12-DCD3-5228-45B0C9CA0FF3}"/>
              </a:ext>
            </a:extLst>
          </p:cNvPr>
          <p:cNvSpPr/>
          <p:nvPr/>
        </p:nvSpPr>
        <p:spPr>
          <a:xfrm>
            <a:off x="1476375" y="5861522"/>
            <a:ext cx="6296025" cy="1433504"/>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Textfeld 55">
            <a:extLst>
              <a:ext uri="{FF2B5EF4-FFF2-40B4-BE49-F238E27FC236}">
                <a16:creationId xmlns:a16="http://schemas.microsoft.com/office/drawing/2014/main" id="{2E771F89-6C06-8EA9-BCCB-C8AA01FD266D}"/>
              </a:ext>
            </a:extLst>
          </p:cNvPr>
          <p:cNvSpPr txBox="1"/>
          <p:nvPr/>
        </p:nvSpPr>
        <p:spPr>
          <a:xfrm>
            <a:off x="5084043" y="2466176"/>
            <a:ext cx="2583582" cy="461665"/>
          </a:xfrm>
          <a:prstGeom prst="rect">
            <a:avLst/>
          </a:prstGeom>
          <a:noFill/>
        </p:spPr>
        <p:txBody>
          <a:bodyPr wrap="square">
            <a:spAutoFit/>
          </a:bodyPr>
          <a:lstStyle/>
          <a:p>
            <a:pPr algn="l"/>
            <a:r>
              <a:rPr lang="de-DE" sz="1200" dirty="0"/>
              <a:t>Die Außenwand ist in diesem Raum Maßgeblich für hohe Wärmeverluste </a:t>
            </a:r>
          </a:p>
        </p:txBody>
      </p:sp>
      <p:sp>
        <p:nvSpPr>
          <p:cNvPr id="57" name="Textfeld 56">
            <a:extLst>
              <a:ext uri="{FF2B5EF4-FFF2-40B4-BE49-F238E27FC236}">
                <a16:creationId xmlns:a16="http://schemas.microsoft.com/office/drawing/2014/main" id="{AA3B92DF-5DB7-DAA7-1CB8-B6478C74C968}"/>
              </a:ext>
            </a:extLst>
          </p:cNvPr>
          <p:cNvSpPr txBox="1"/>
          <p:nvPr/>
        </p:nvSpPr>
        <p:spPr>
          <a:xfrm>
            <a:off x="5084043" y="4778828"/>
            <a:ext cx="2583582" cy="461665"/>
          </a:xfrm>
          <a:prstGeom prst="rect">
            <a:avLst/>
          </a:prstGeom>
          <a:noFill/>
        </p:spPr>
        <p:txBody>
          <a:bodyPr wrap="square">
            <a:spAutoFit/>
          </a:bodyPr>
          <a:lstStyle/>
          <a:p>
            <a:pPr algn="l"/>
            <a:r>
              <a:rPr lang="de-DE" sz="1200" dirty="0"/>
              <a:t>Die Fenster sind in diesem Raum Maßgeblich für hohe Wärmeverluste </a:t>
            </a:r>
          </a:p>
        </p:txBody>
      </p:sp>
      <p:sp>
        <p:nvSpPr>
          <p:cNvPr id="58" name="Rechteck 57">
            <a:extLst>
              <a:ext uri="{FF2B5EF4-FFF2-40B4-BE49-F238E27FC236}">
                <a16:creationId xmlns:a16="http://schemas.microsoft.com/office/drawing/2014/main" id="{89CD821B-59A2-FB0F-0681-E9BC6FFF928F}"/>
              </a:ext>
            </a:extLst>
          </p:cNvPr>
          <p:cNvSpPr/>
          <p:nvPr/>
        </p:nvSpPr>
        <p:spPr>
          <a:xfrm>
            <a:off x="7844" y="5843730"/>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Dashboard der Räume am Anfang oder Ende der </a:t>
            </a:r>
            <a:r>
              <a:rPr lang="de-DE" sz="1200" dirty="0" err="1"/>
              <a:t>gebäudeergebnisse</a:t>
            </a:r>
            <a:r>
              <a:rPr lang="de-DE" sz="1200" dirty="0"/>
              <a:t>?</a:t>
            </a:r>
          </a:p>
        </p:txBody>
      </p:sp>
      <p:sp>
        <p:nvSpPr>
          <p:cNvPr id="59" name="Rechteck 58">
            <a:extLst>
              <a:ext uri="{FF2B5EF4-FFF2-40B4-BE49-F238E27FC236}">
                <a16:creationId xmlns:a16="http://schemas.microsoft.com/office/drawing/2014/main" id="{C504D938-0FDC-2DE3-6111-8757C68D9634}"/>
              </a:ext>
            </a:extLst>
          </p:cNvPr>
          <p:cNvSpPr/>
          <p:nvPr/>
        </p:nvSpPr>
        <p:spPr>
          <a:xfrm>
            <a:off x="38568" y="1747502"/>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Diagramm mit Grafiken </a:t>
            </a:r>
            <a:r>
              <a:rPr lang="de-DE" sz="1200" dirty="0" err="1"/>
              <a:t>vsl</a:t>
            </a:r>
            <a:r>
              <a:rPr lang="de-DE" sz="1200" dirty="0"/>
              <a:t>. zu aufwändig. </a:t>
            </a:r>
          </a:p>
        </p:txBody>
      </p:sp>
      <p:sp>
        <p:nvSpPr>
          <p:cNvPr id="83" name="Rechteck 82">
            <a:extLst>
              <a:ext uri="{FF2B5EF4-FFF2-40B4-BE49-F238E27FC236}">
                <a16:creationId xmlns:a16="http://schemas.microsoft.com/office/drawing/2014/main" id="{085D8D17-787B-2694-A0B2-36AFF4270AC3}"/>
              </a:ext>
            </a:extLst>
          </p:cNvPr>
          <p:cNvSpPr/>
          <p:nvPr/>
        </p:nvSpPr>
        <p:spPr>
          <a:xfrm>
            <a:off x="38568" y="158491"/>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Dashboard Räume Variante 1</a:t>
            </a:r>
          </a:p>
        </p:txBody>
      </p:sp>
    </p:spTree>
    <p:extLst>
      <p:ext uri="{BB962C8B-B14F-4D97-AF65-F5344CB8AC3E}">
        <p14:creationId xmlns:p14="http://schemas.microsoft.com/office/powerpoint/2010/main" val="152738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7" name="Textfeld 36">
            <a:extLst>
              <a:ext uri="{FF2B5EF4-FFF2-40B4-BE49-F238E27FC236}">
                <a16:creationId xmlns:a16="http://schemas.microsoft.com/office/drawing/2014/main" id="{47370BDF-321B-33B5-4CCE-5D1FC2D4E27E}"/>
              </a:ext>
            </a:extLst>
          </p:cNvPr>
          <p:cNvSpPr txBox="1"/>
          <p:nvPr/>
        </p:nvSpPr>
        <p:spPr>
          <a:xfrm>
            <a:off x="1664568" y="760132"/>
            <a:ext cx="2209017" cy="400110"/>
          </a:xfrm>
          <a:prstGeom prst="rect">
            <a:avLst/>
          </a:prstGeom>
          <a:noFill/>
        </p:spPr>
        <p:txBody>
          <a:bodyPr wrap="square">
            <a:spAutoFit/>
          </a:bodyPr>
          <a:lstStyle/>
          <a:p>
            <a:pPr algn="l"/>
            <a:r>
              <a:rPr lang="de-DE" sz="2000" b="1" dirty="0">
                <a:solidFill>
                  <a:schemeClr val="bg2">
                    <a:lumMod val="50000"/>
                  </a:schemeClr>
                </a:solidFill>
              </a:rPr>
              <a:t>Wohnzimmer </a:t>
            </a:r>
          </a:p>
        </p:txBody>
      </p:sp>
      <p:sp>
        <p:nvSpPr>
          <p:cNvPr id="39" name="Textfeld 38">
            <a:extLst>
              <a:ext uri="{FF2B5EF4-FFF2-40B4-BE49-F238E27FC236}">
                <a16:creationId xmlns:a16="http://schemas.microsoft.com/office/drawing/2014/main" id="{ED4990BA-708D-2269-EEAC-9A696C348D56}"/>
              </a:ext>
            </a:extLst>
          </p:cNvPr>
          <p:cNvSpPr txBox="1"/>
          <p:nvPr/>
        </p:nvSpPr>
        <p:spPr>
          <a:xfrm>
            <a:off x="1664568" y="5380863"/>
            <a:ext cx="2209017" cy="400110"/>
          </a:xfrm>
          <a:prstGeom prst="rect">
            <a:avLst/>
          </a:prstGeom>
          <a:noFill/>
        </p:spPr>
        <p:txBody>
          <a:bodyPr wrap="square">
            <a:spAutoFit/>
          </a:bodyPr>
          <a:lstStyle/>
          <a:p>
            <a:pPr algn="l"/>
            <a:r>
              <a:rPr lang="de-DE" sz="2000" b="1" dirty="0">
                <a:solidFill>
                  <a:schemeClr val="bg2">
                    <a:lumMod val="50000"/>
                  </a:schemeClr>
                </a:solidFill>
              </a:rPr>
              <a:t>Arbeitszimmer</a:t>
            </a:r>
          </a:p>
        </p:txBody>
      </p:sp>
      <p:pic>
        <p:nvPicPr>
          <p:cNvPr id="82" name="Grafik 81">
            <a:extLst>
              <a:ext uri="{FF2B5EF4-FFF2-40B4-BE49-F238E27FC236}">
                <a16:creationId xmlns:a16="http://schemas.microsoft.com/office/drawing/2014/main" id="{465E49B5-FA69-A936-F25E-9B3219D9C5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6084" y="1797956"/>
            <a:ext cx="726856" cy="672833"/>
          </a:xfrm>
          <a:prstGeom prst="rect">
            <a:avLst/>
          </a:prstGeom>
        </p:spPr>
      </p:pic>
      <p:sp>
        <p:nvSpPr>
          <p:cNvPr id="18" name="Textfeld 17">
            <a:extLst>
              <a:ext uri="{FF2B5EF4-FFF2-40B4-BE49-F238E27FC236}">
                <a16:creationId xmlns:a16="http://schemas.microsoft.com/office/drawing/2014/main" id="{38F97961-9D64-C9D2-A374-687970F43586}"/>
              </a:ext>
            </a:extLst>
          </p:cNvPr>
          <p:cNvSpPr txBox="1"/>
          <p:nvPr/>
        </p:nvSpPr>
        <p:spPr>
          <a:xfrm>
            <a:off x="1664568" y="1215576"/>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20" name="Textfeld 19">
            <a:extLst>
              <a:ext uri="{FF2B5EF4-FFF2-40B4-BE49-F238E27FC236}">
                <a16:creationId xmlns:a16="http://schemas.microsoft.com/office/drawing/2014/main" id="{412A0781-5A09-DE9D-8562-565A9876544E}"/>
              </a:ext>
            </a:extLst>
          </p:cNvPr>
          <p:cNvSpPr txBox="1"/>
          <p:nvPr/>
        </p:nvSpPr>
        <p:spPr>
          <a:xfrm>
            <a:off x="4572000" y="1215576"/>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sp>
        <p:nvSpPr>
          <p:cNvPr id="21" name="Textfeld 20">
            <a:extLst>
              <a:ext uri="{FF2B5EF4-FFF2-40B4-BE49-F238E27FC236}">
                <a16:creationId xmlns:a16="http://schemas.microsoft.com/office/drawing/2014/main" id="{901D0253-717E-A1B0-1A63-AFC181AA4031}"/>
              </a:ext>
            </a:extLst>
          </p:cNvPr>
          <p:cNvSpPr txBox="1"/>
          <p:nvPr/>
        </p:nvSpPr>
        <p:spPr>
          <a:xfrm>
            <a:off x="1664568" y="2866462"/>
            <a:ext cx="2209017" cy="400110"/>
          </a:xfrm>
          <a:prstGeom prst="rect">
            <a:avLst/>
          </a:prstGeom>
          <a:noFill/>
        </p:spPr>
        <p:txBody>
          <a:bodyPr wrap="square">
            <a:spAutoFit/>
          </a:bodyPr>
          <a:lstStyle/>
          <a:p>
            <a:pPr algn="l"/>
            <a:r>
              <a:rPr lang="de-DE" sz="2000" b="1" dirty="0">
                <a:solidFill>
                  <a:schemeClr val="bg2">
                    <a:lumMod val="50000"/>
                  </a:schemeClr>
                </a:solidFill>
              </a:rPr>
              <a:t>Schlafzimmer</a:t>
            </a:r>
          </a:p>
        </p:txBody>
      </p:sp>
      <p:sp>
        <p:nvSpPr>
          <p:cNvPr id="22" name="Textfeld 21">
            <a:extLst>
              <a:ext uri="{FF2B5EF4-FFF2-40B4-BE49-F238E27FC236}">
                <a16:creationId xmlns:a16="http://schemas.microsoft.com/office/drawing/2014/main" id="{888EBDCC-588C-605C-C5A8-9C999216CC11}"/>
              </a:ext>
            </a:extLst>
          </p:cNvPr>
          <p:cNvSpPr txBox="1"/>
          <p:nvPr/>
        </p:nvSpPr>
        <p:spPr>
          <a:xfrm>
            <a:off x="1664568" y="3333009"/>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23" name="Textfeld 22">
            <a:extLst>
              <a:ext uri="{FF2B5EF4-FFF2-40B4-BE49-F238E27FC236}">
                <a16:creationId xmlns:a16="http://schemas.microsoft.com/office/drawing/2014/main" id="{87FE6713-AD10-8DA0-8FD1-A21D28B1572F}"/>
              </a:ext>
            </a:extLst>
          </p:cNvPr>
          <p:cNvSpPr txBox="1"/>
          <p:nvPr/>
        </p:nvSpPr>
        <p:spPr>
          <a:xfrm>
            <a:off x="4624387" y="3333009"/>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pic>
        <p:nvPicPr>
          <p:cNvPr id="24" name="Grafik 23">
            <a:extLst>
              <a:ext uri="{FF2B5EF4-FFF2-40B4-BE49-F238E27FC236}">
                <a16:creationId xmlns:a16="http://schemas.microsoft.com/office/drawing/2014/main" id="{57053AC7-9179-029A-D24F-97E616A650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89462" y="3755499"/>
            <a:ext cx="683478" cy="673200"/>
          </a:xfrm>
          <a:prstGeom prst="rect">
            <a:avLst/>
          </a:prstGeom>
        </p:spPr>
      </p:pic>
      <p:sp>
        <p:nvSpPr>
          <p:cNvPr id="42" name="Textfeld 41">
            <a:extLst>
              <a:ext uri="{FF2B5EF4-FFF2-40B4-BE49-F238E27FC236}">
                <a16:creationId xmlns:a16="http://schemas.microsoft.com/office/drawing/2014/main" id="{5A48016C-FD60-9280-521C-B3897B38BD7C}"/>
              </a:ext>
            </a:extLst>
          </p:cNvPr>
          <p:cNvSpPr txBox="1"/>
          <p:nvPr/>
        </p:nvSpPr>
        <p:spPr>
          <a:xfrm>
            <a:off x="1664568" y="5808591"/>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46" name="Textfeld 45">
            <a:extLst>
              <a:ext uri="{FF2B5EF4-FFF2-40B4-BE49-F238E27FC236}">
                <a16:creationId xmlns:a16="http://schemas.microsoft.com/office/drawing/2014/main" id="{1AF8883A-DA52-601A-C15B-A49A7A7660EC}"/>
              </a:ext>
            </a:extLst>
          </p:cNvPr>
          <p:cNvSpPr txBox="1"/>
          <p:nvPr/>
        </p:nvSpPr>
        <p:spPr>
          <a:xfrm>
            <a:off x="4646084" y="5808591"/>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sp>
        <p:nvSpPr>
          <p:cNvPr id="52" name="Rechteck: abgerundete Ecken 51">
            <a:extLst>
              <a:ext uri="{FF2B5EF4-FFF2-40B4-BE49-F238E27FC236}">
                <a16:creationId xmlns:a16="http://schemas.microsoft.com/office/drawing/2014/main" id="{87DEBC0C-A850-5798-4A3A-82066B64C18C}"/>
              </a:ext>
            </a:extLst>
          </p:cNvPr>
          <p:cNvSpPr/>
          <p:nvPr/>
        </p:nvSpPr>
        <p:spPr>
          <a:xfrm>
            <a:off x="1476375" y="1160242"/>
            <a:ext cx="6296025" cy="1485901"/>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Rechteck: abgerundete Ecken 52">
            <a:extLst>
              <a:ext uri="{FF2B5EF4-FFF2-40B4-BE49-F238E27FC236}">
                <a16:creationId xmlns:a16="http://schemas.microsoft.com/office/drawing/2014/main" id="{783632F8-BF39-FBFA-D212-F07BDC290F42}"/>
              </a:ext>
            </a:extLst>
          </p:cNvPr>
          <p:cNvSpPr/>
          <p:nvPr/>
        </p:nvSpPr>
        <p:spPr>
          <a:xfrm>
            <a:off x="1476375" y="3276778"/>
            <a:ext cx="6296025" cy="1773908"/>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D4FF5715-4A12-DCD3-5228-45B0C9CA0FF3}"/>
              </a:ext>
            </a:extLst>
          </p:cNvPr>
          <p:cNvSpPr/>
          <p:nvPr/>
        </p:nvSpPr>
        <p:spPr>
          <a:xfrm>
            <a:off x="1476375" y="5796897"/>
            <a:ext cx="6296025" cy="1433504"/>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89CD821B-59A2-FB0F-0681-E9BC6FFF928F}"/>
              </a:ext>
            </a:extLst>
          </p:cNvPr>
          <p:cNvSpPr/>
          <p:nvPr/>
        </p:nvSpPr>
        <p:spPr>
          <a:xfrm>
            <a:off x="7844" y="45038"/>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Dashboard Räume Variante 2</a:t>
            </a:r>
          </a:p>
        </p:txBody>
      </p:sp>
      <p:pic>
        <p:nvPicPr>
          <p:cNvPr id="4" name="Grafik 3">
            <a:extLst>
              <a:ext uri="{FF2B5EF4-FFF2-40B4-BE49-F238E27FC236}">
                <a16:creationId xmlns:a16="http://schemas.microsoft.com/office/drawing/2014/main" id="{7225870C-74F2-2A46-2C16-C223783B6B0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55121" y="1785347"/>
            <a:ext cx="597166" cy="720000"/>
          </a:xfrm>
          <a:prstGeom prst="rect">
            <a:avLst/>
          </a:prstGeom>
        </p:spPr>
      </p:pic>
      <p:sp>
        <p:nvSpPr>
          <p:cNvPr id="14" name="Textfeld 13">
            <a:extLst>
              <a:ext uri="{FF2B5EF4-FFF2-40B4-BE49-F238E27FC236}">
                <a16:creationId xmlns:a16="http://schemas.microsoft.com/office/drawing/2014/main" id="{76237009-EEDE-2CE1-184F-645AC9CF75CC}"/>
              </a:ext>
            </a:extLst>
          </p:cNvPr>
          <p:cNvSpPr txBox="1"/>
          <p:nvPr/>
        </p:nvSpPr>
        <p:spPr>
          <a:xfrm>
            <a:off x="2596524" y="1609464"/>
            <a:ext cx="1866900" cy="830997"/>
          </a:xfrm>
          <a:prstGeom prst="rect">
            <a:avLst/>
          </a:prstGeom>
          <a:noFill/>
        </p:spPr>
        <p:txBody>
          <a:bodyPr wrap="square">
            <a:spAutoFit/>
          </a:bodyPr>
          <a:lstStyle/>
          <a:p>
            <a:pPr algn="l"/>
            <a:r>
              <a:rPr lang="de-DE" sz="1200" dirty="0"/>
              <a:t>Ohne Dämmmaßnahmen muss der Heizkörper in diesem Raum vergrößert werden. </a:t>
            </a:r>
          </a:p>
        </p:txBody>
      </p:sp>
      <p:sp>
        <p:nvSpPr>
          <p:cNvPr id="34" name="Textfeld 33">
            <a:extLst>
              <a:ext uri="{FF2B5EF4-FFF2-40B4-BE49-F238E27FC236}">
                <a16:creationId xmlns:a16="http://schemas.microsoft.com/office/drawing/2014/main" id="{2E46D4E8-1414-0EEA-DFFF-E014D0C2F17D}"/>
              </a:ext>
            </a:extLst>
          </p:cNvPr>
          <p:cNvSpPr txBox="1"/>
          <p:nvPr/>
        </p:nvSpPr>
        <p:spPr>
          <a:xfrm>
            <a:off x="5639220" y="1609464"/>
            <a:ext cx="1866900" cy="1015663"/>
          </a:xfrm>
          <a:prstGeom prst="rect">
            <a:avLst/>
          </a:prstGeom>
          <a:noFill/>
        </p:spPr>
        <p:txBody>
          <a:bodyPr wrap="square">
            <a:spAutoFit/>
          </a:bodyPr>
          <a:lstStyle/>
          <a:p>
            <a:pPr algn="l"/>
            <a:r>
              <a:rPr lang="de-DE" sz="1200" dirty="0"/>
              <a:t>Die [Außenwände] haben einen hohen U-Wert und sind deshalb maßgeblich für die Wärmeverluste in diesem Raum. </a:t>
            </a:r>
          </a:p>
        </p:txBody>
      </p:sp>
      <p:sp>
        <p:nvSpPr>
          <p:cNvPr id="38" name="Textfeld 37">
            <a:extLst>
              <a:ext uri="{FF2B5EF4-FFF2-40B4-BE49-F238E27FC236}">
                <a16:creationId xmlns:a16="http://schemas.microsoft.com/office/drawing/2014/main" id="{6BE80D31-DA48-3E33-3CCC-04B5C9EF0BE1}"/>
              </a:ext>
            </a:extLst>
          </p:cNvPr>
          <p:cNvSpPr txBox="1"/>
          <p:nvPr/>
        </p:nvSpPr>
        <p:spPr>
          <a:xfrm>
            <a:off x="1756055" y="1477099"/>
            <a:ext cx="840469" cy="184666"/>
          </a:xfrm>
          <a:prstGeom prst="rect">
            <a:avLst/>
          </a:prstGeom>
          <a:noFill/>
        </p:spPr>
        <p:txBody>
          <a:bodyPr wrap="square" lIns="0" tIns="0" rIns="0" bIns="0" rtlCol="0">
            <a:spAutoFit/>
          </a:bodyPr>
          <a:lstStyle/>
          <a:p>
            <a:r>
              <a:rPr lang="de-DE" sz="1200" b="1" dirty="0">
                <a:solidFill>
                  <a:srgbClr val="3C6C7F"/>
                </a:solidFill>
              </a:rPr>
              <a:t>vergrößern</a:t>
            </a:r>
          </a:p>
        </p:txBody>
      </p:sp>
      <p:sp>
        <p:nvSpPr>
          <p:cNvPr id="48" name="Textfeld 47">
            <a:extLst>
              <a:ext uri="{FF2B5EF4-FFF2-40B4-BE49-F238E27FC236}">
                <a16:creationId xmlns:a16="http://schemas.microsoft.com/office/drawing/2014/main" id="{2972C7B1-A93F-166E-300D-58EFA43C09C7}"/>
              </a:ext>
            </a:extLst>
          </p:cNvPr>
          <p:cNvSpPr txBox="1"/>
          <p:nvPr/>
        </p:nvSpPr>
        <p:spPr>
          <a:xfrm>
            <a:off x="2596524" y="3641990"/>
            <a:ext cx="1866900" cy="1384995"/>
          </a:xfrm>
          <a:prstGeom prst="rect">
            <a:avLst/>
          </a:prstGeom>
          <a:noFill/>
        </p:spPr>
        <p:txBody>
          <a:bodyPr wrap="square">
            <a:spAutoFit/>
          </a:bodyPr>
          <a:lstStyle/>
          <a:p>
            <a:pPr algn="l"/>
            <a:r>
              <a:rPr lang="de-DE" sz="1200" dirty="0"/>
              <a:t>Ohne Dämmmaßnahmen muss der Heizkörper in diesem Raum durch einen besseren Heizkörper (bspw.  Typ 33) gleicher Größe ausgetauscht werden. </a:t>
            </a:r>
          </a:p>
        </p:txBody>
      </p:sp>
      <p:sp>
        <p:nvSpPr>
          <p:cNvPr id="49" name="Textfeld 48">
            <a:extLst>
              <a:ext uri="{FF2B5EF4-FFF2-40B4-BE49-F238E27FC236}">
                <a16:creationId xmlns:a16="http://schemas.microsoft.com/office/drawing/2014/main" id="{D476FF6D-A0A7-3421-0881-1ECA7E1B63B4}"/>
              </a:ext>
            </a:extLst>
          </p:cNvPr>
          <p:cNvSpPr txBox="1"/>
          <p:nvPr/>
        </p:nvSpPr>
        <p:spPr>
          <a:xfrm>
            <a:off x="1756055" y="3605518"/>
            <a:ext cx="840469" cy="184666"/>
          </a:xfrm>
          <a:prstGeom prst="rect">
            <a:avLst/>
          </a:prstGeom>
          <a:noFill/>
        </p:spPr>
        <p:txBody>
          <a:bodyPr wrap="square" lIns="0" tIns="0" rIns="0" bIns="0" rtlCol="0">
            <a:spAutoFit/>
          </a:bodyPr>
          <a:lstStyle/>
          <a:p>
            <a:r>
              <a:rPr lang="de-DE" sz="1200" b="1" dirty="0">
                <a:solidFill>
                  <a:srgbClr val="3C6C7F"/>
                </a:solidFill>
              </a:rPr>
              <a:t>verbessern</a:t>
            </a:r>
          </a:p>
        </p:txBody>
      </p:sp>
      <p:sp>
        <p:nvSpPr>
          <p:cNvPr id="50" name="Textfeld 49">
            <a:extLst>
              <a:ext uri="{FF2B5EF4-FFF2-40B4-BE49-F238E27FC236}">
                <a16:creationId xmlns:a16="http://schemas.microsoft.com/office/drawing/2014/main" id="{5D5CB7ED-2A72-C539-758C-AA03BEE7FAB2}"/>
              </a:ext>
            </a:extLst>
          </p:cNvPr>
          <p:cNvSpPr txBox="1"/>
          <p:nvPr/>
        </p:nvSpPr>
        <p:spPr>
          <a:xfrm>
            <a:off x="5639220" y="3641990"/>
            <a:ext cx="1866900" cy="1015663"/>
          </a:xfrm>
          <a:prstGeom prst="rect">
            <a:avLst/>
          </a:prstGeom>
          <a:noFill/>
        </p:spPr>
        <p:txBody>
          <a:bodyPr wrap="square">
            <a:spAutoFit/>
          </a:bodyPr>
          <a:lstStyle/>
          <a:p>
            <a:pPr algn="l"/>
            <a:r>
              <a:rPr lang="de-DE" sz="1200" dirty="0"/>
              <a:t>Die [Fenster] haben einen hohen U-Wert und sind deshalb maßgeblich für die Wärmeverluste in diesem Raum. </a:t>
            </a:r>
          </a:p>
        </p:txBody>
      </p:sp>
      <p:pic>
        <p:nvPicPr>
          <p:cNvPr id="98" name="Grafik 97">
            <a:extLst>
              <a:ext uri="{FF2B5EF4-FFF2-40B4-BE49-F238E27FC236}">
                <a16:creationId xmlns:a16="http://schemas.microsoft.com/office/drawing/2014/main" id="{2F2E5680-681B-362B-009F-DD6EB0D604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83511" y="3979010"/>
            <a:ext cx="498947" cy="720000"/>
          </a:xfrm>
          <a:prstGeom prst="rect">
            <a:avLst/>
          </a:prstGeom>
        </p:spPr>
      </p:pic>
      <p:sp>
        <p:nvSpPr>
          <p:cNvPr id="2" name="Rechteck 1">
            <a:extLst>
              <a:ext uri="{FF2B5EF4-FFF2-40B4-BE49-F238E27FC236}">
                <a16:creationId xmlns:a16="http://schemas.microsoft.com/office/drawing/2014/main" id="{7E357453-8C6C-5C0F-DD40-8A8D36A6A899}"/>
              </a:ext>
            </a:extLst>
          </p:cNvPr>
          <p:cNvSpPr/>
          <p:nvPr/>
        </p:nvSpPr>
        <p:spPr>
          <a:xfrm>
            <a:off x="7115958" y="90223"/>
            <a:ext cx="1866900" cy="1191684"/>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Kategorie „Gebäudehülle“ braucht auch einen Output, wenn es kein explizites Schlechtpunkt-Bauteil gibt.  Ggf.  allg. Output Gebäudehülle</a:t>
            </a:r>
          </a:p>
        </p:txBody>
      </p:sp>
    </p:spTree>
    <p:extLst>
      <p:ext uri="{BB962C8B-B14F-4D97-AF65-F5344CB8AC3E}">
        <p14:creationId xmlns:p14="http://schemas.microsoft.com/office/powerpoint/2010/main" val="1423985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7" name="Textfeld 36">
            <a:extLst>
              <a:ext uri="{FF2B5EF4-FFF2-40B4-BE49-F238E27FC236}">
                <a16:creationId xmlns:a16="http://schemas.microsoft.com/office/drawing/2014/main" id="{47370BDF-321B-33B5-4CCE-5D1FC2D4E27E}"/>
              </a:ext>
            </a:extLst>
          </p:cNvPr>
          <p:cNvSpPr txBox="1"/>
          <p:nvPr/>
        </p:nvSpPr>
        <p:spPr>
          <a:xfrm>
            <a:off x="1664568" y="760132"/>
            <a:ext cx="2209017" cy="400110"/>
          </a:xfrm>
          <a:prstGeom prst="rect">
            <a:avLst/>
          </a:prstGeom>
          <a:noFill/>
        </p:spPr>
        <p:txBody>
          <a:bodyPr wrap="square">
            <a:spAutoFit/>
          </a:bodyPr>
          <a:lstStyle/>
          <a:p>
            <a:pPr algn="l"/>
            <a:r>
              <a:rPr lang="de-DE" sz="2000" b="1" dirty="0">
                <a:solidFill>
                  <a:schemeClr val="bg2">
                    <a:lumMod val="50000"/>
                  </a:schemeClr>
                </a:solidFill>
              </a:rPr>
              <a:t>Wohnzimmer </a:t>
            </a:r>
          </a:p>
        </p:txBody>
      </p:sp>
      <p:sp>
        <p:nvSpPr>
          <p:cNvPr id="39" name="Textfeld 38">
            <a:extLst>
              <a:ext uri="{FF2B5EF4-FFF2-40B4-BE49-F238E27FC236}">
                <a16:creationId xmlns:a16="http://schemas.microsoft.com/office/drawing/2014/main" id="{ED4990BA-708D-2269-EEAC-9A696C348D56}"/>
              </a:ext>
            </a:extLst>
          </p:cNvPr>
          <p:cNvSpPr txBox="1"/>
          <p:nvPr/>
        </p:nvSpPr>
        <p:spPr>
          <a:xfrm>
            <a:off x="1664568" y="6406848"/>
            <a:ext cx="2209017" cy="400110"/>
          </a:xfrm>
          <a:prstGeom prst="rect">
            <a:avLst/>
          </a:prstGeom>
          <a:noFill/>
        </p:spPr>
        <p:txBody>
          <a:bodyPr wrap="square">
            <a:spAutoFit/>
          </a:bodyPr>
          <a:lstStyle/>
          <a:p>
            <a:pPr algn="l"/>
            <a:r>
              <a:rPr lang="de-DE" sz="2000" b="1" dirty="0">
                <a:solidFill>
                  <a:schemeClr val="bg2">
                    <a:lumMod val="50000"/>
                  </a:schemeClr>
                </a:solidFill>
              </a:rPr>
              <a:t>Arbeitszimmer</a:t>
            </a:r>
          </a:p>
        </p:txBody>
      </p:sp>
      <p:pic>
        <p:nvPicPr>
          <p:cNvPr id="82" name="Grafik 81">
            <a:extLst>
              <a:ext uri="{FF2B5EF4-FFF2-40B4-BE49-F238E27FC236}">
                <a16:creationId xmlns:a16="http://schemas.microsoft.com/office/drawing/2014/main" id="{465E49B5-FA69-A936-F25E-9B3219D9C5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6084" y="2119253"/>
            <a:ext cx="726856" cy="672833"/>
          </a:xfrm>
          <a:prstGeom prst="rect">
            <a:avLst/>
          </a:prstGeom>
        </p:spPr>
      </p:pic>
      <p:sp>
        <p:nvSpPr>
          <p:cNvPr id="18" name="Textfeld 17">
            <a:extLst>
              <a:ext uri="{FF2B5EF4-FFF2-40B4-BE49-F238E27FC236}">
                <a16:creationId xmlns:a16="http://schemas.microsoft.com/office/drawing/2014/main" id="{38F97961-9D64-C9D2-A374-687970F43586}"/>
              </a:ext>
            </a:extLst>
          </p:cNvPr>
          <p:cNvSpPr txBox="1"/>
          <p:nvPr/>
        </p:nvSpPr>
        <p:spPr>
          <a:xfrm>
            <a:off x="1664568" y="1215576"/>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20" name="Textfeld 19">
            <a:extLst>
              <a:ext uri="{FF2B5EF4-FFF2-40B4-BE49-F238E27FC236}">
                <a16:creationId xmlns:a16="http://schemas.microsoft.com/office/drawing/2014/main" id="{412A0781-5A09-DE9D-8562-565A9876544E}"/>
              </a:ext>
            </a:extLst>
          </p:cNvPr>
          <p:cNvSpPr txBox="1"/>
          <p:nvPr/>
        </p:nvSpPr>
        <p:spPr>
          <a:xfrm>
            <a:off x="4572000" y="1215576"/>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sp>
        <p:nvSpPr>
          <p:cNvPr id="21" name="Textfeld 20">
            <a:extLst>
              <a:ext uri="{FF2B5EF4-FFF2-40B4-BE49-F238E27FC236}">
                <a16:creationId xmlns:a16="http://schemas.microsoft.com/office/drawing/2014/main" id="{901D0253-717E-A1B0-1A63-AFC181AA4031}"/>
              </a:ext>
            </a:extLst>
          </p:cNvPr>
          <p:cNvSpPr txBox="1"/>
          <p:nvPr/>
        </p:nvSpPr>
        <p:spPr>
          <a:xfrm>
            <a:off x="1664568" y="3532033"/>
            <a:ext cx="2209017" cy="400110"/>
          </a:xfrm>
          <a:prstGeom prst="rect">
            <a:avLst/>
          </a:prstGeom>
          <a:noFill/>
        </p:spPr>
        <p:txBody>
          <a:bodyPr wrap="square">
            <a:spAutoFit/>
          </a:bodyPr>
          <a:lstStyle/>
          <a:p>
            <a:pPr algn="l"/>
            <a:r>
              <a:rPr lang="de-DE" sz="2000" b="1" dirty="0">
                <a:solidFill>
                  <a:schemeClr val="bg2">
                    <a:lumMod val="50000"/>
                  </a:schemeClr>
                </a:solidFill>
              </a:rPr>
              <a:t>Schlafzimmer</a:t>
            </a:r>
          </a:p>
        </p:txBody>
      </p:sp>
      <p:sp>
        <p:nvSpPr>
          <p:cNvPr id="22" name="Textfeld 21">
            <a:extLst>
              <a:ext uri="{FF2B5EF4-FFF2-40B4-BE49-F238E27FC236}">
                <a16:creationId xmlns:a16="http://schemas.microsoft.com/office/drawing/2014/main" id="{888EBDCC-588C-605C-C5A8-9C999216CC11}"/>
              </a:ext>
            </a:extLst>
          </p:cNvPr>
          <p:cNvSpPr txBox="1"/>
          <p:nvPr/>
        </p:nvSpPr>
        <p:spPr>
          <a:xfrm>
            <a:off x="1664568" y="3998580"/>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23" name="Textfeld 22">
            <a:extLst>
              <a:ext uri="{FF2B5EF4-FFF2-40B4-BE49-F238E27FC236}">
                <a16:creationId xmlns:a16="http://schemas.microsoft.com/office/drawing/2014/main" id="{87FE6713-AD10-8DA0-8FD1-A21D28B1572F}"/>
              </a:ext>
            </a:extLst>
          </p:cNvPr>
          <p:cNvSpPr txBox="1"/>
          <p:nvPr/>
        </p:nvSpPr>
        <p:spPr>
          <a:xfrm>
            <a:off x="4624387" y="3998580"/>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pic>
        <p:nvPicPr>
          <p:cNvPr id="24" name="Grafik 23">
            <a:extLst>
              <a:ext uri="{FF2B5EF4-FFF2-40B4-BE49-F238E27FC236}">
                <a16:creationId xmlns:a16="http://schemas.microsoft.com/office/drawing/2014/main" id="{57053AC7-9179-029A-D24F-97E616A650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89462" y="4945231"/>
            <a:ext cx="683478" cy="673200"/>
          </a:xfrm>
          <a:prstGeom prst="rect">
            <a:avLst/>
          </a:prstGeom>
        </p:spPr>
      </p:pic>
      <p:sp>
        <p:nvSpPr>
          <p:cNvPr id="42" name="Textfeld 41">
            <a:extLst>
              <a:ext uri="{FF2B5EF4-FFF2-40B4-BE49-F238E27FC236}">
                <a16:creationId xmlns:a16="http://schemas.microsoft.com/office/drawing/2014/main" id="{5A48016C-FD60-9280-521C-B3897B38BD7C}"/>
              </a:ext>
            </a:extLst>
          </p:cNvPr>
          <p:cNvSpPr txBox="1"/>
          <p:nvPr/>
        </p:nvSpPr>
        <p:spPr>
          <a:xfrm>
            <a:off x="1664568" y="6834576"/>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46" name="Textfeld 45">
            <a:extLst>
              <a:ext uri="{FF2B5EF4-FFF2-40B4-BE49-F238E27FC236}">
                <a16:creationId xmlns:a16="http://schemas.microsoft.com/office/drawing/2014/main" id="{1AF8883A-DA52-601A-C15B-A49A7A7660EC}"/>
              </a:ext>
            </a:extLst>
          </p:cNvPr>
          <p:cNvSpPr txBox="1"/>
          <p:nvPr/>
        </p:nvSpPr>
        <p:spPr>
          <a:xfrm>
            <a:off x="4646084" y="6834576"/>
            <a:ext cx="2209017" cy="338554"/>
          </a:xfrm>
          <a:prstGeom prst="rect">
            <a:avLst/>
          </a:prstGeom>
          <a:noFill/>
        </p:spPr>
        <p:txBody>
          <a:bodyPr wrap="square">
            <a:spAutoFit/>
          </a:bodyPr>
          <a:lstStyle/>
          <a:p>
            <a:pPr algn="l"/>
            <a:r>
              <a:rPr lang="de-DE" sz="1600" b="1" dirty="0">
                <a:solidFill>
                  <a:schemeClr val="bg2">
                    <a:lumMod val="50000"/>
                  </a:schemeClr>
                </a:solidFill>
              </a:rPr>
              <a:t>Gebäudehülle</a:t>
            </a:r>
          </a:p>
        </p:txBody>
      </p:sp>
      <p:sp>
        <p:nvSpPr>
          <p:cNvPr id="52" name="Rechteck: abgerundete Ecken 51">
            <a:extLst>
              <a:ext uri="{FF2B5EF4-FFF2-40B4-BE49-F238E27FC236}">
                <a16:creationId xmlns:a16="http://schemas.microsoft.com/office/drawing/2014/main" id="{87DEBC0C-A850-5798-4A3A-82066B64C18C}"/>
              </a:ext>
            </a:extLst>
          </p:cNvPr>
          <p:cNvSpPr/>
          <p:nvPr/>
        </p:nvSpPr>
        <p:spPr>
          <a:xfrm>
            <a:off x="1476375" y="1160242"/>
            <a:ext cx="6296025" cy="2299622"/>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Rechteck: abgerundete Ecken 52">
            <a:extLst>
              <a:ext uri="{FF2B5EF4-FFF2-40B4-BE49-F238E27FC236}">
                <a16:creationId xmlns:a16="http://schemas.microsoft.com/office/drawing/2014/main" id="{783632F8-BF39-FBFA-D212-F07BDC290F42}"/>
              </a:ext>
            </a:extLst>
          </p:cNvPr>
          <p:cNvSpPr/>
          <p:nvPr/>
        </p:nvSpPr>
        <p:spPr>
          <a:xfrm>
            <a:off x="1476375" y="3942348"/>
            <a:ext cx="6296025" cy="2408255"/>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D4FF5715-4A12-DCD3-5228-45B0C9CA0FF3}"/>
              </a:ext>
            </a:extLst>
          </p:cNvPr>
          <p:cNvSpPr/>
          <p:nvPr/>
        </p:nvSpPr>
        <p:spPr>
          <a:xfrm>
            <a:off x="1476375" y="6822882"/>
            <a:ext cx="6296025" cy="1433504"/>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89CD821B-59A2-FB0F-0681-E9BC6FFF928F}"/>
              </a:ext>
            </a:extLst>
          </p:cNvPr>
          <p:cNvSpPr/>
          <p:nvPr/>
        </p:nvSpPr>
        <p:spPr>
          <a:xfrm>
            <a:off x="7844" y="45038"/>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Dashboard Räume Variante 3</a:t>
            </a:r>
          </a:p>
          <a:p>
            <a:pPr algn="ctr"/>
            <a:r>
              <a:rPr lang="de-DE" sz="1200" dirty="0">
                <a:sym typeface="Wingdings" panose="05000000000000000000" pitchFamily="2" charset="2"/>
              </a:rPr>
              <a:t> </a:t>
            </a:r>
            <a:r>
              <a:rPr lang="de-DE" sz="1200" dirty="0"/>
              <a:t>favorisiert</a:t>
            </a:r>
          </a:p>
        </p:txBody>
      </p:sp>
      <p:pic>
        <p:nvPicPr>
          <p:cNvPr id="4" name="Grafik 3">
            <a:extLst>
              <a:ext uri="{FF2B5EF4-FFF2-40B4-BE49-F238E27FC236}">
                <a16:creationId xmlns:a16="http://schemas.microsoft.com/office/drawing/2014/main" id="{7225870C-74F2-2A46-2C16-C223783B6B0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55121" y="2132551"/>
            <a:ext cx="597166" cy="720000"/>
          </a:xfrm>
          <a:prstGeom prst="rect">
            <a:avLst/>
          </a:prstGeom>
        </p:spPr>
      </p:pic>
      <p:sp>
        <p:nvSpPr>
          <p:cNvPr id="14" name="Textfeld 13">
            <a:extLst>
              <a:ext uri="{FF2B5EF4-FFF2-40B4-BE49-F238E27FC236}">
                <a16:creationId xmlns:a16="http://schemas.microsoft.com/office/drawing/2014/main" id="{76237009-EEDE-2CE1-184F-645AC9CF75CC}"/>
              </a:ext>
            </a:extLst>
          </p:cNvPr>
          <p:cNvSpPr txBox="1"/>
          <p:nvPr/>
        </p:nvSpPr>
        <p:spPr>
          <a:xfrm>
            <a:off x="2596524" y="2051136"/>
            <a:ext cx="1866900" cy="830997"/>
          </a:xfrm>
          <a:prstGeom prst="rect">
            <a:avLst/>
          </a:prstGeom>
          <a:noFill/>
        </p:spPr>
        <p:txBody>
          <a:bodyPr wrap="square">
            <a:spAutoFit/>
          </a:bodyPr>
          <a:lstStyle/>
          <a:p>
            <a:pPr algn="l"/>
            <a:r>
              <a:rPr lang="de-DE" sz="1200" dirty="0"/>
              <a:t>Ohne Dämmmaßnahmen muss der Heizkörper in diesem Raum vergrößert werden. </a:t>
            </a:r>
          </a:p>
        </p:txBody>
      </p:sp>
      <p:sp>
        <p:nvSpPr>
          <p:cNvPr id="34" name="Textfeld 33">
            <a:extLst>
              <a:ext uri="{FF2B5EF4-FFF2-40B4-BE49-F238E27FC236}">
                <a16:creationId xmlns:a16="http://schemas.microsoft.com/office/drawing/2014/main" id="{2E46D4E8-1414-0EEA-DFFF-E014D0C2F17D}"/>
              </a:ext>
            </a:extLst>
          </p:cNvPr>
          <p:cNvSpPr txBox="1"/>
          <p:nvPr/>
        </p:nvSpPr>
        <p:spPr>
          <a:xfrm>
            <a:off x="5639220" y="2051136"/>
            <a:ext cx="1866900" cy="1015663"/>
          </a:xfrm>
          <a:prstGeom prst="rect">
            <a:avLst/>
          </a:prstGeom>
          <a:noFill/>
        </p:spPr>
        <p:txBody>
          <a:bodyPr wrap="square">
            <a:spAutoFit/>
          </a:bodyPr>
          <a:lstStyle/>
          <a:p>
            <a:pPr algn="l"/>
            <a:r>
              <a:rPr lang="de-DE" sz="1200" dirty="0"/>
              <a:t>Die [Außenwände] haben einen hohen U-Wert und sind deshalb maßgeblich für die Wärmeverluste in diesem Raum. </a:t>
            </a:r>
          </a:p>
        </p:txBody>
      </p:sp>
      <p:sp>
        <p:nvSpPr>
          <p:cNvPr id="38" name="Textfeld 37">
            <a:extLst>
              <a:ext uri="{FF2B5EF4-FFF2-40B4-BE49-F238E27FC236}">
                <a16:creationId xmlns:a16="http://schemas.microsoft.com/office/drawing/2014/main" id="{6BE80D31-DA48-3E33-3CCC-04B5C9EF0BE1}"/>
              </a:ext>
            </a:extLst>
          </p:cNvPr>
          <p:cNvSpPr txBox="1"/>
          <p:nvPr/>
        </p:nvSpPr>
        <p:spPr>
          <a:xfrm>
            <a:off x="1756055" y="2880068"/>
            <a:ext cx="840469" cy="184666"/>
          </a:xfrm>
          <a:prstGeom prst="rect">
            <a:avLst/>
          </a:prstGeom>
          <a:noFill/>
        </p:spPr>
        <p:txBody>
          <a:bodyPr wrap="square" lIns="0" tIns="0" rIns="0" bIns="0" rtlCol="0">
            <a:spAutoFit/>
          </a:bodyPr>
          <a:lstStyle/>
          <a:p>
            <a:r>
              <a:rPr lang="de-DE" sz="1200" b="1" dirty="0">
                <a:solidFill>
                  <a:srgbClr val="3C6C7F"/>
                </a:solidFill>
              </a:rPr>
              <a:t>vergrößern</a:t>
            </a:r>
          </a:p>
        </p:txBody>
      </p:sp>
      <p:sp>
        <p:nvSpPr>
          <p:cNvPr id="48" name="Textfeld 47">
            <a:extLst>
              <a:ext uri="{FF2B5EF4-FFF2-40B4-BE49-F238E27FC236}">
                <a16:creationId xmlns:a16="http://schemas.microsoft.com/office/drawing/2014/main" id="{2972C7B1-A93F-166E-300D-58EFA43C09C7}"/>
              </a:ext>
            </a:extLst>
          </p:cNvPr>
          <p:cNvSpPr txBox="1"/>
          <p:nvPr/>
        </p:nvSpPr>
        <p:spPr>
          <a:xfrm>
            <a:off x="2596524" y="4831722"/>
            <a:ext cx="1866900" cy="1384995"/>
          </a:xfrm>
          <a:prstGeom prst="rect">
            <a:avLst/>
          </a:prstGeom>
          <a:noFill/>
        </p:spPr>
        <p:txBody>
          <a:bodyPr wrap="square">
            <a:spAutoFit/>
          </a:bodyPr>
          <a:lstStyle/>
          <a:p>
            <a:pPr algn="l"/>
            <a:r>
              <a:rPr lang="de-DE" sz="1200" dirty="0"/>
              <a:t>Ohne Dämmmaßnahmen muss der Heizkörper in diesem Raum durch einen besseren Heizkörper (bspw.  Typ 33) gleicher Größe ausgetauscht werden. </a:t>
            </a:r>
          </a:p>
        </p:txBody>
      </p:sp>
      <p:sp>
        <p:nvSpPr>
          <p:cNvPr id="49" name="Textfeld 48">
            <a:extLst>
              <a:ext uri="{FF2B5EF4-FFF2-40B4-BE49-F238E27FC236}">
                <a16:creationId xmlns:a16="http://schemas.microsoft.com/office/drawing/2014/main" id="{D476FF6D-A0A7-3421-0881-1ECA7E1B63B4}"/>
              </a:ext>
            </a:extLst>
          </p:cNvPr>
          <p:cNvSpPr txBox="1"/>
          <p:nvPr/>
        </p:nvSpPr>
        <p:spPr>
          <a:xfrm>
            <a:off x="1756055" y="5985896"/>
            <a:ext cx="840469" cy="184666"/>
          </a:xfrm>
          <a:prstGeom prst="rect">
            <a:avLst/>
          </a:prstGeom>
          <a:noFill/>
        </p:spPr>
        <p:txBody>
          <a:bodyPr wrap="square" lIns="0" tIns="0" rIns="0" bIns="0" rtlCol="0">
            <a:spAutoFit/>
          </a:bodyPr>
          <a:lstStyle/>
          <a:p>
            <a:r>
              <a:rPr lang="de-DE" sz="1200" b="1" dirty="0">
                <a:solidFill>
                  <a:srgbClr val="3C6C7F"/>
                </a:solidFill>
              </a:rPr>
              <a:t>verbessern</a:t>
            </a:r>
          </a:p>
        </p:txBody>
      </p:sp>
      <p:sp>
        <p:nvSpPr>
          <p:cNvPr id="50" name="Textfeld 49">
            <a:extLst>
              <a:ext uri="{FF2B5EF4-FFF2-40B4-BE49-F238E27FC236}">
                <a16:creationId xmlns:a16="http://schemas.microsoft.com/office/drawing/2014/main" id="{5D5CB7ED-2A72-C539-758C-AA03BEE7FAB2}"/>
              </a:ext>
            </a:extLst>
          </p:cNvPr>
          <p:cNvSpPr txBox="1"/>
          <p:nvPr/>
        </p:nvSpPr>
        <p:spPr>
          <a:xfrm>
            <a:off x="5639220" y="4831722"/>
            <a:ext cx="1866900" cy="1015663"/>
          </a:xfrm>
          <a:prstGeom prst="rect">
            <a:avLst/>
          </a:prstGeom>
          <a:noFill/>
        </p:spPr>
        <p:txBody>
          <a:bodyPr wrap="square">
            <a:spAutoFit/>
          </a:bodyPr>
          <a:lstStyle/>
          <a:p>
            <a:pPr algn="l"/>
            <a:r>
              <a:rPr lang="de-DE" sz="1200" dirty="0"/>
              <a:t>Die [Fenster] haben einen hohen U-Wert und sind deshalb maßgeblich für die Wärmeverluste in diesem Raum. </a:t>
            </a:r>
          </a:p>
        </p:txBody>
      </p:sp>
      <p:pic>
        <p:nvPicPr>
          <p:cNvPr id="98" name="Grafik 97">
            <a:extLst>
              <a:ext uri="{FF2B5EF4-FFF2-40B4-BE49-F238E27FC236}">
                <a16:creationId xmlns:a16="http://schemas.microsoft.com/office/drawing/2014/main" id="{2F2E5680-681B-362B-009F-DD6EB0D604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83511" y="5168742"/>
            <a:ext cx="498947" cy="720000"/>
          </a:xfrm>
          <a:prstGeom prst="rect">
            <a:avLst/>
          </a:prstGeom>
        </p:spPr>
      </p:pic>
      <p:sp>
        <p:nvSpPr>
          <p:cNvPr id="40" name="Rechteck 39">
            <a:extLst>
              <a:ext uri="{FF2B5EF4-FFF2-40B4-BE49-F238E27FC236}">
                <a16:creationId xmlns:a16="http://schemas.microsoft.com/office/drawing/2014/main" id="{287DCEEF-B84D-6F8A-6F1E-356DA622F580}"/>
              </a:ext>
            </a:extLst>
          </p:cNvPr>
          <p:cNvSpPr/>
          <p:nvPr/>
        </p:nvSpPr>
        <p:spPr>
          <a:xfrm>
            <a:off x="7325900" y="45038"/>
            <a:ext cx="1866900" cy="1191684"/>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Kategorie „Gebäudehülle“ braucht auch einen Output, wenn es kein explizites Schlechtpunkt-Bauteil gibt.  Ggf.  allg. Output Gebäudehülle</a:t>
            </a:r>
          </a:p>
        </p:txBody>
      </p:sp>
      <p:sp>
        <p:nvSpPr>
          <p:cNvPr id="100" name="Rechteck: abgerundete Ecken 99">
            <a:extLst>
              <a:ext uri="{FF2B5EF4-FFF2-40B4-BE49-F238E27FC236}">
                <a16:creationId xmlns:a16="http://schemas.microsoft.com/office/drawing/2014/main" id="{851CB35E-BADB-01A8-5551-4E4247E35116}"/>
              </a:ext>
            </a:extLst>
          </p:cNvPr>
          <p:cNvSpPr/>
          <p:nvPr/>
        </p:nvSpPr>
        <p:spPr>
          <a:xfrm>
            <a:off x="2015209" y="1543944"/>
            <a:ext cx="2209017" cy="346060"/>
          </a:xfrm>
          <a:prstGeom prst="round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t>550 W | 40 % </a:t>
            </a:r>
          </a:p>
        </p:txBody>
      </p:sp>
      <p:sp>
        <p:nvSpPr>
          <p:cNvPr id="101" name="Rechteck: abgerundete Ecken 100">
            <a:extLst>
              <a:ext uri="{FF2B5EF4-FFF2-40B4-BE49-F238E27FC236}">
                <a16:creationId xmlns:a16="http://schemas.microsoft.com/office/drawing/2014/main" id="{FD9C798A-427C-574A-414A-A00B1A5C88FA}"/>
              </a:ext>
            </a:extLst>
          </p:cNvPr>
          <p:cNvSpPr/>
          <p:nvPr/>
        </p:nvSpPr>
        <p:spPr>
          <a:xfrm>
            <a:off x="4904726" y="1543944"/>
            <a:ext cx="2209017" cy="346060"/>
          </a:xfrm>
          <a:prstGeom prst="round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t>1.200 W | 100 W/m²</a:t>
            </a:r>
          </a:p>
        </p:txBody>
      </p:sp>
      <p:sp>
        <p:nvSpPr>
          <p:cNvPr id="102" name="Rechteck: abgerundete Ecken 101">
            <a:extLst>
              <a:ext uri="{FF2B5EF4-FFF2-40B4-BE49-F238E27FC236}">
                <a16:creationId xmlns:a16="http://schemas.microsoft.com/office/drawing/2014/main" id="{3D3E6E66-0046-7953-2C84-E0A84E4AEEDD}"/>
              </a:ext>
            </a:extLst>
          </p:cNvPr>
          <p:cNvSpPr/>
          <p:nvPr/>
        </p:nvSpPr>
        <p:spPr>
          <a:xfrm>
            <a:off x="9514826" y="1543944"/>
            <a:ext cx="2209017" cy="346060"/>
          </a:xfrm>
          <a:prstGeom prst="round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1.200 W | 100 W/m²</a:t>
            </a:r>
          </a:p>
        </p:txBody>
      </p:sp>
      <p:sp>
        <p:nvSpPr>
          <p:cNvPr id="103" name="Rechteck: abgerundete Ecken 102">
            <a:extLst>
              <a:ext uri="{FF2B5EF4-FFF2-40B4-BE49-F238E27FC236}">
                <a16:creationId xmlns:a16="http://schemas.microsoft.com/office/drawing/2014/main" id="{F0ECA7A3-8E2A-F98C-3964-FA30EC224FDE}"/>
              </a:ext>
            </a:extLst>
          </p:cNvPr>
          <p:cNvSpPr/>
          <p:nvPr/>
        </p:nvSpPr>
        <p:spPr>
          <a:xfrm>
            <a:off x="9514826" y="2146893"/>
            <a:ext cx="2209017" cy="346060"/>
          </a:xfrm>
          <a:prstGeom prst="round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1.200 W | 100 W/m²</a:t>
            </a:r>
          </a:p>
        </p:txBody>
      </p:sp>
      <p:sp>
        <p:nvSpPr>
          <p:cNvPr id="104" name="Rechteck: abgerundete Ecken 103">
            <a:extLst>
              <a:ext uri="{FF2B5EF4-FFF2-40B4-BE49-F238E27FC236}">
                <a16:creationId xmlns:a16="http://schemas.microsoft.com/office/drawing/2014/main" id="{4824F78B-CC5B-15F7-93D7-4C89B6039CB9}"/>
              </a:ext>
            </a:extLst>
          </p:cNvPr>
          <p:cNvSpPr/>
          <p:nvPr/>
        </p:nvSpPr>
        <p:spPr>
          <a:xfrm>
            <a:off x="9514826" y="2749842"/>
            <a:ext cx="2209017" cy="346060"/>
          </a:xfrm>
          <a:prstGeom prst="round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1.200 W | 100 W/m²</a:t>
            </a:r>
          </a:p>
        </p:txBody>
      </p:sp>
      <p:sp>
        <p:nvSpPr>
          <p:cNvPr id="105" name="Rechteck: abgerundete Ecken 104">
            <a:extLst>
              <a:ext uri="{FF2B5EF4-FFF2-40B4-BE49-F238E27FC236}">
                <a16:creationId xmlns:a16="http://schemas.microsoft.com/office/drawing/2014/main" id="{968F10C6-7639-6D51-F842-D2CA85A3A86E}"/>
              </a:ext>
            </a:extLst>
          </p:cNvPr>
          <p:cNvSpPr/>
          <p:nvPr/>
        </p:nvSpPr>
        <p:spPr>
          <a:xfrm>
            <a:off x="2015209" y="4363945"/>
            <a:ext cx="2209017" cy="346060"/>
          </a:xfrm>
          <a:prstGeom prst="round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550 W | 70 % </a:t>
            </a:r>
          </a:p>
        </p:txBody>
      </p:sp>
      <p:sp>
        <p:nvSpPr>
          <p:cNvPr id="106" name="Rechteck: abgerundete Ecken 105">
            <a:extLst>
              <a:ext uri="{FF2B5EF4-FFF2-40B4-BE49-F238E27FC236}">
                <a16:creationId xmlns:a16="http://schemas.microsoft.com/office/drawing/2014/main" id="{397AA6B6-A972-E227-8BE5-DFE5272D9AA4}"/>
              </a:ext>
            </a:extLst>
          </p:cNvPr>
          <p:cNvSpPr/>
          <p:nvPr/>
        </p:nvSpPr>
        <p:spPr>
          <a:xfrm>
            <a:off x="4904726" y="4363945"/>
            <a:ext cx="2209017" cy="346060"/>
          </a:xfrm>
          <a:prstGeom prst="round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650 W | 65 W/m²</a:t>
            </a:r>
          </a:p>
        </p:txBody>
      </p:sp>
      <p:sp>
        <p:nvSpPr>
          <p:cNvPr id="108" name="Rechteck 107">
            <a:extLst>
              <a:ext uri="{FF2B5EF4-FFF2-40B4-BE49-F238E27FC236}">
                <a16:creationId xmlns:a16="http://schemas.microsoft.com/office/drawing/2014/main" id="{A38E02EE-8461-F0AC-C044-0EDFECDEF439}"/>
              </a:ext>
            </a:extLst>
          </p:cNvPr>
          <p:cNvSpPr/>
          <p:nvPr/>
        </p:nvSpPr>
        <p:spPr>
          <a:xfrm>
            <a:off x="7325900" y="1343320"/>
            <a:ext cx="1866900" cy="2085216"/>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100" dirty="0"/>
              <a:t>Vorschlag </a:t>
            </a:r>
            <a:r>
              <a:rPr lang="de-DE" sz="1100" dirty="0" err="1"/>
              <a:t>kaskadisch</a:t>
            </a:r>
            <a:r>
              <a:rPr lang="de-DE" sz="1100" dirty="0"/>
              <a:t>: </a:t>
            </a:r>
          </a:p>
          <a:p>
            <a:pPr marL="228600" indent="-228600">
              <a:buAutoNum type="arabicPeriod"/>
            </a:pPr>
            <a:r>
              <a:rPr lang="de-DE" sz="1100" dirty="0"/>
              <a:t>von Gesamtgebäude negativ abweichendes Bauteil darstellen </a:t>
            </a:r>
            <a:br>
              <a:rPr lang="de-DE" sz="1100" dirty="0"/>
            </a:br>
            <a:r>
              <a:rPr lang="de-DE" sz="1100" dirty="0"/>
              <a:t>&gt;&gt; falls nicht vorhanden:</a:t>
            </a:r>
          </a:p>
          <a:p>
            <a:pPr marL="228600" indent="-228600">
              <a:buAutoNum type="arabicPeriod"/>
            </a:pPr>
            <a:r>
              <a:rPr lang="de-DE" sz="1100" dirty="0"/>
              <a:t>„</a:t>
            </a:r>
            <a:r>
              <a:rPr lang="de-DE" sz="1100" dirty="0" err="1"/>
              <a:t>Worst</a:t>
            </a:r>
            <a:r>
              <a:rPr lang="de-DE" sz="1100" dirty="0"/>
              <a:t> </a:t>
            </a:r>
            <a:r>
              <a:rPr lang="de-DE" sz="1100" dirty="0" err="1"/>
              <a:t>performing</a:t>
            </a:r>
            <a:r>
              <a:rPr lang="de-DE" sz="1100" dirty="0"/>
              <a:t>“ Bauteil des Raumes darstellen </a:t>
            </a:r>
            <a:br>
              <a:rPr lang="de-DE" sz="1100" dirty="0"/>
            </a:br>
            <a:r>
              <a:rPr lang="de-DE" sz="1100" dirty="0"/>
              <a:t>&gt;&gt; falls nicht vorhanden: </a:t>
            </a:r>
          </a:p>
          <a:p>
            <a:pPr marL="228600" indent="-228600">
              <a:buAutoNum type="arabicPeriod"/>
            </a:pPr>
            <a:r>
              <a:rPr lang="de-DE" sz="1100" dirty="0"/>
              <a:t>Allgemeiner Output Gebäudehülle oder nur Kennzahlen </a:t>
            </a:r>
          </a:p>
        </p:txBody>
      </p:sp>
    </p:spTree>
    <p:extLst>
      <p:ext uri="{BB962C8B-B14F-4D97-AF65-F5344CB8AC3E}">
        <p14:creationId xmlns:p14="http://schemas.microsoft.com/office/powerpoint/2010/main" val="2423070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1664568" y="760132"/>
            <a:ext cx="5523632" cy="400110"/>
          </a:xfrm>
          <a:prstGeom prst="rect">
            <a:avLst/>
          </a:prstGeom>
          <a:noFill/>
        </p:spPr>
        <p:txBody>
          <a:bodyPr wrap="square">
            <a:spAutoFit/>
          </a:bodyPr>
          <a:lstStyle/>
          <a:p>
            <a:pPr algn="l"/>
            <a:r>
              <a:rPr lang="de-DE" sz="2000" b="1" dirty="0">
                <a:solidFill>
                  <a:schemeClr val="bg2">
                    <a:lumMod val="50000"/>
                  </a:schemeClr>
                </a:solidFill>
              </a:rPr>
              <a:t>NT-</a:t>
            </a:r>
            <a:r>
              <a:rPr lang="de-DE" sz="2000" b="1" dirty="0" err="1">
                <a:solidFill>
                  <a:schemeClr val="bg2">
                    <a:lumMod val="50000"/>
                  </a:schemeClr>
                </a:solidFill>
              </a:rPr>
              <a:t>Readiness</a:t>
            </a:r>
            <a:r>
              <a:rPr lang="de-DE" sz="2000" b="1" dirty="0">
                <a:solidFill>
                  <a:schemeClr val="bg2">
                    <a:lumMod val="50000"/>
                  </a:schemeClr>
                </a:solidFill>
              </a:rPr>
              <a:t> Gebäude</a:t>
            </a:r>
          </a:p>
        </p:txBody>
      </p:sp>
      <p:sp>
        <p:nvSpPr>
          <p:cNvPr id="4" name="Rechteck 3">
            <a:extLst>
              <a:ext uri="{FF2B5EF4-FFF2-40B4-BE49-F238E27FC236}">
                <a16:creationId xmlns:a16="http://schemas.microsoft.com/office/drawing/2014/main" id="{7D24D693-1427-6613-6CF6-36C44657F856}"/>
              </a:ext>
            </a:extLst>
          </p:cNvPr>
          <p:cNvSpPr/>
          <p:nvPr/>
        </p:nvSpPr>
        <p:spPr>
          <a:xfrm>
            <a:off x="7269259" y="475912"/>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Es wäre gut, das Raum- vs. Gebäudelevel auf markante Weise sichtbar zu machen, ggf. durch Symbol o.Ä.?</a:t>
            </a:r>
          </a:p>
        </p:txBody>
      </p:sp>
      <p:sp>
        <p:nvSpPr>
          <p:cNvPr id="7" name="Textfeld 6">
            <a:extLst>
              <a:ext uri="{FF2B5EF4-FFF2-40B4-BE49-F238E27FC236}">
                <a16:creationId xmlns:a16="http://schemas.microsoft.com/office/drawing/2014/main" id="{AEAB65A4-082E-D1B7-EDC6-B39841581B77}"/>
              </a:ext>
            </a:extLst>
          </p:cNvPr>
          <p:cNvSpPr txBox="1"/>
          <p:nvPr/>
        </p:nvSpPr>
        <p:spPr>
          <a:xfrm>
            <a:off x="1664568" y="1156444"/>
            <a:ext cx="5811999" cy="2389629"/>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Teilweise niedertemperaturfähig – Maßnahmen erforderlich </a:t>
            </a:r>
            <a:br>
              <a:rPr lang="de-DE" sz="1400" b="1" kern="100" dirty="0">
                <a:solidFill>
                  <a:schemeClr val="bg2">
                    <a:lumMod val="50000"/>
                  </a:schemeClr>
                </a:solidFill>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Gute Basis – mit Potenzial</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Ein niedertemperaturfähiges Gebäude sollte auch an kalten Wintertagen in allen Räumen mit einer Vorlauftemperatur von unter 55°C auskommen. Im jetzigen Zustand des Gebäudes ist die erforderliche Vorlauftemperatur zu hoch.</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Manche Räume erfüllen bereits die Anforderungen für niedrigere Vorlauftemperaturen. Einige Räume brauchen jedoch eine höhere Vorlauftemperatur. Mit einfachen, gezielten Maßnahmen kann das gesamte Gebäude NT-</a:t>
            </a:r>
            <a:r>
              <a:rPr lang="de-DE" sz="1400" kern="100" dirty="0" err="1">
                <a:effectLst/>
                <a:latin typeface="Aptos" panose="020B0004020202020204" pitchFamily="34" charset="0"/>
                <a:ea typeface="Aptos" panose="020B0004020202020204" pitchFamily="34" charset="0"/>
                <a:cs typeface="Times New Roman" panose="02020603050405020304" pitchFamily="18" charset="0"/>
              </a:rPr>
              <a:t>ready</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 werden.</a:t>
            </a:r>
          </a:p>
        </p:txBody>
      </p:sp>
      <p:sp>
        <p:nvSpPr>
          <p:cNvPr id="18" name="Rechteck 17">
            <a:extLst>
              <a:ext uri="{FF2B5EF4-FFF2-40B4-BE49-F238E27FC236}">
                <a16:creationId xmlns:a16="http://schemas.microsoft.com/office/drawing/2014/main" id="{A7A508EE-7B58-9FE6-ED34-13DA6480D367}"/>
              </a:ext>
            </a:extLst>
          </p:cNvPr>
          <p:cNvSpPr/>
          <p:nvPr/>
        </p:nvSpPr>
        <p:spPr>
          <a:xfrm rot="5400000">
            <a:off x="3273544" y="2276691"/>
            <a:ext cx="155503" cy="3212034"/>
          </a:xfrm>
          <a:prstGeom prst="rect">
            <a:avLst/>
          </a:prstGeom>
          <a:pattFill prst="ltVert">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868C2EA6-465A-3CF5-059F-1D7166E79603}"/>
              </a:ext>
            </a:extLst>
          </p:cNvPr>
          <p:cNvSpPr/>
          <p:nvPr/>
        </p:nvSpPr>
        <p:spPr>
          <a:xfrm rot="5400000">
            <a:off x="2065940" y="3736900"/>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Textfeld 20">
            <a:extLst>
              <a:ext uri="{FF2B5EF4-FFF2-40B4-BE49-F238E27FC236}">
                <a16:creationId xmlns:a16="http://schemas.microsoft.com/office/drawing/2014/main" id="{3388CC67-1D09-7E79-0257-1B2408E89628}"/>
              </a:ext>
            </a:extLst>
          </p:cNvPr>
          <p:cNvSpPr txBox="1"/>
          <p:nvPr/>
        </p:nvSpPr>
        <p:spPr>
          <a:xfrm>
            <a:off x="4231842" y="4226602"/>
            <a:ext cx="723205" cy="184666"/>
          </a:xfrm>
          <a:prstGeom prst="rect">
            <a:avLst/>
          </a:prstGeom>
          <a:noFill/>
        </p:spPr>
        <p:txBody>
          <a:bodyPr wrap="square" lIns="0" tIns="0" rIns="0" bIns="0" rtlCol="0">
            <a:spAutoFit/>
          </a:bodyPr>
          <a:lstStyle/>
          <a:p>
            <a:pPr algn="l"/>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22" name="Rechteck 21">
            <a:extLst>
              <a:ext uri="{FF2B5EF4-FFF2-40B4-BE49-F238E27FC236}">
                <a16:creationId xmlns:a16="http://schemas.microsoft.com/office/drawing/2014/main" id="{7A1D0BE6-226F-0F3C-8EC3-E4169B028DDF}"/>
              </a:ext>
            </a:extLst>
          </p:cNvPr>
          <p:cNvSpPr/>
          <p:nvPr/>
        </p:nvSpPr>
        <p:spPr>
          <a:xfrm rot="5400000">
            <a:off x="2868948" y="3736900"/>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1EABC739-2660-7155-3C1A-BD28F68939EC}"/>
              </a:ext>
            </a:extLst>
          </p:cNvPr>
          <p:cNvSpPr/>
          <p:nvPr/>
        </p:nvSpPr>
        <p:spPr>
          <a:xfrm rot="5400000">
            <a:off x="3671956" y="3736900"/>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a:extLst>
              <a:ext uri="{FF2B5EF4-FFF2-40B4-BE49-F238E27FC236}">
                <a16:creationId xmlns:a16="http://schemas.microsoft.com/office/drawing/2014/main" id="{2DCD7728-8775-745F-2C69-3357CFD97D8E}"/>
              </a:ext>
            </a:extLst>
          </p:cNvPr>
          <p:cNvSpPr/>
          <p:nvPr/>
        </p:nvSpPr>
        <p:spPr>
          <a:xfrm rot="5400000">
            <a:off x="4474965" y="3736900"/>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feld 33">
            <a:extLst>
              <a:ext uri="{FF2B5EF4-FFF2-40B4-BE49-F238E27FC236}">
                <a16:creationId xmlns:a16="http://schemas.microsoft.com/office/drawing/2014/main" id="{EA279972-65F0-9481-FB13-00462BF22AB6}"/>
              </a:ext>
            </a:extLst>
          </p:cNvPr>
          <p:cNvSpPr txBox="1"/>
          <p:nvPr/>
        </p:nvSpPr>
        <p:spPr>
          <a:xfrm>
            <a:off x="1745279" y="4226605"/>
            <a:ext cx="2114494" cy="184666"/>
          </a:xfrm>
          <a:prstGeom prst="rect">
            <a:avLst/>
          </a:prstGeom>
          <a:noFill/>
        </p:spPr>
        <p:txBody>
          <a:bodyPr wrap="square" lIns="0" tIns="0" rIns="0" bIns="0" rtlCol="0">
            <a:spAutoFit/>
          </a:bodyPr>
          <a:lstStyle/>
          <a:p>
            <a:pPr algn="l"/>
            <a:r>
              <a:rPr lang="de-DE" sz="1200" b="1" dirty="0">
                <a:solidFill>
                  <a:srgbClr val="3C6C7F"/>
                </a:solidFill>
              </a:rPr>
              <a:t>Maßnahmen erforderlich</a:t>
            </a:r>
          </a:p>
        </p:txBody>
      </p:sp>
      <p:sp>
        <p:nvSpPr>
          <p:cNvPr id="40" name="Rechteck 39">
            <a:extLst>
              <a:ext uri="{FF2B5EF4-FFF2-40B4-BE49-F238E27FC236}">
                <a16:creationId xmlns:a16="http://schemas.microsoft.com/office/drawing/2014/main" id="{906AAB56-E0D0-1E90-B04B-A6191C6757F0}"/>
              </a:ext>
            </a:extLst>
          </p:cNvPr>
          <p:cNvSpPr/>
          <p:nvPr/>
        </p:nvSpPr>
        <p:spPr>
          <a:xfrm rot="5400000">
            <a:off x="2201103" y="3194690"/>
            <a:ext cx="314873" cy="1226520"/>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5A74C663-2D78-8611-9E12-DCAF8174545E}"/>
              </a:ext>
            </a:extLst>
          </p:cNvPr>
          <p:cNvSpPr/>
          <p:nvPr/>
        </p:nvSpPr>
        <p:spPr>
          <a:xfrm>
            <a:off x="5402359" y="3546073"/>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Alternativen zur Darstellung NT-</a:t>
            </a:r>
            <a:r>
              <a:rPr lang="de-DE" sz="1200" dirty="0" err="1"/>
              <a:t>ready</a:t>
            </a:r>
            <a:r>
              <a:rPr lang="de-DE" sz="1200" dirty="0"/>
              <a:t> Level auf Gebäudeebene? </a:t>
            </a:r>
          </a:p>
        </p:txBody>
      </p:sp>
      <p:sp>
        <p:nvSpPr>
          <p:cNvPr id="19" name="Rechteck 18">
            <a:extLst>
              <a:ext uri="{FF2B5EF4-FFF2-40B4-BE49-F238E27FC236}">
                <a16:creationId xmlns:a16="http://schemas.microsoft.com/office/drawing/2014/main" id="{52E387AB-5E8B-868E-DA7F-4F198A4F9CF1}"/>
              </a:ext>
            </a:extLst>
          </p:cNvPr>
          <p:cNvSpPr/>
          <p:nvPr/>
        </p:nvSpPr>
        <p:spPr>
          <a:xfrm>
            <a:off x="283528" y="4018428"/>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1</a:t>
            </a:r>
          </a:p>
        </p:txBody>
      </p:sp>
    </p:spTree>
    <p:extLst>
      <p:ext uri="{BB962C8B-B14F-4D97-AF65-F5344CB8AC3E}">
        <p14:creationId xmlns:p14="http://schemas.microsoft.com/office/powerpoint/2010/main" val="1426980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1664568" y="760132"/>
            <a:ext cx="5523632" cy="400110"/>
          </a:xfrm>
          <a:prstGeom prst="rect">
            <a:avLst/>
          </a:prstGeom>
          <a:noFill/>
        </p:spPr>
        <p:txBody>
          <a:bodyPr wrap="square">
            <a:spAutoFit/>
          </a:bodyPr>
          <a:lstStyle/>
          <a:p>
            <a:pPr algn="l"/>
            <a:r>
              <a:rPr lang="de-DE" sz="2000" b="1" dirty="0">
                <a:solidFill>
                  <a:schemeClr val="bg2">
                    <a:lumMod val="50000"/>
                  </a:schemeClr>
                </a:solidFill>
              </a:rPr>
              <a:t>NT-</a:t>
            </a:r>
            <a:r>
              <a:rPr lang="de-DE" sz="2000" b="1" dirty="0" err="1">
                <a:solidFill>
                  <a:schemeClr val="bg2">
                    <a:lumMod val="50000"/>
                  </a:schemeClr>
                </a:solidFill>
              </a:rPr>
              <a:t>Readiness</a:t>
            </a:r>
            <a:r>
              <a:rPr lang="de-DE" sz="2000" b="1" dirty="0">
                <a:solidFill>
                  <a:schemeClr val="bg2">
                    <a:lumMod val="50000"/>
                  </a:schemeClr>
                </a:solidFill>
              </a:rPr>
              <a:t> Gebäude</a:t>
            </a:r>
          </a:p>
        </p:txBody>
      </p:sp>
      <p:sp>
        <p:nvSpPr>
          <p:cNvPr id="4" name="Rechteck 3">
            <a:extLst>
              <a:ext uri="{FF2B5EF4-FFF2-40B4-BE49-F238E27FC236}">
                <a16:creationId xmlns:a16="http://schemas.microsoft.com/office/drawing/2014/main" id="{7D24D693-1427-6613-6CF6-36C44657F856}"/>
              </a:ext>
            </a:extLst>
          </p:cNvPr>
          <p:cNvSpPr/>
          <p:nvPr/>
        </p:nvSpPr>
        <p:spPr>
          <a:xfrm>
            <a:off x="7277100" y="0"/>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Es wäre gut, das Raum- vs. Gebäudelevel auf markante Weise sichtbar zu machen, ggf. durch Symbol o.Ä.?</a:t>
            </a:r>
          </a:p>
        </p:txBody>
      </p:sp>
      <p:sp>
        <p:nvSpPr>
          <p:cNvPr id="7" name="Textfeld 6">
            <a:extLst>
              <a:ext uri="{FF2B5EF4-FFF2-40B4-BE49-F238E27FC236}">
                <a16:creationId xmlns:a16="http://schemas.microsoft.com/office/drawing/2014/main" id="{AEAB65A4-082E-D1B7-EDC6-B39841581B77}"/>
              </a:ext>
            </a:extLst>
          </p:cNvPr>
          <p:cNvSpPr txBox="1"/>
          <p:nvPr/>
        </p:nvSpPr>
        <p:spPr>
          <a:xfrm>
            <a:off x="1664568" y="2432964"/>
            <a:ext cx="5811999" cy="2389629"/>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Teilweise niedertemperaturfähig – Maßnahmen erforderlich </a:t>
            </a:r>
            <a:br>
              <a:rPr lang="de-DE" sz="1400" b="1" kern="100" dirty="0">
                <a:solidFill>
                  <a:schemeClr val="bg2">
                    <a:lumMod val="50000"/>
                  </a:schemeClr>
                </a:solidFill>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Gute Basis – mit Potenzial</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Ein niedertemperaturfähiges Gebäude sollte auch an kalten Wintertagen in allen Räumen mit einer Vorlauftemperatur von unter 55°C auskommen. Im jetzigen Zustand des Gebäudes ist die erforderliche Vorlauftemperatur zu hoch.</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Manche Räume erfüllen bereits die Anforderungen für niedrigere Vorlauftemperaturen. Einige Räume brauchen jedoch eine höhere Vorlauftemperatur. Mit einfachen, gezielten Maßnahmen kann das gesamte Gebäude NT-</a:t>
            </a:r>
            <a:r>
              <a:rPr lang="de-DE" sz="1400" kern="100" dirty="0" err="1">
                <a:effectLst/>
                <a:latin typeface="Aptos" panose="020B0004020202020204" pitchFamily="34" charset="0"/>
                <a:ea typeface="Aptos" panose="020B0004020202020204" pitchFamily="34" charset="0"/>
                <a:cs typeface="Times New Roman" panose="02020603050405020304" pitchFamily="18" charset="0"/>
              </a:rPr>
              <a:t>ready</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 werden.</a:t>
            </a:r>
          </a:p>
        </p:txBody>
      </p:sp>
      <p:sp>
        <p:nvSpPr>
          <p:cNvPr id="8" name="Rechteck 7">
            <a:extLst>
              <a:ext uri="{FF2B5EF4-FFF2-40B4-BE49-F238E27FC236}">
                <a16:creationId xmlns:a16="http://schemas.microsoft.com/office/drawing/2014/main" id="{DA5EAD43-D835-2B11-E049-31E03F346379}"/>
              </a:ext>
            </a:extLst>
          </p:cNvPr>
          <p:cNvSpPr/>
          <p:nvPr/>
        </p:nvSpPr>
        <p:spPr>
          <a:xfrm rot="5400000">
            <a:off x="2380847" y="1003103"/>
            <a:ext cx="161688" cy="1432821"/>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3EC41B24-C7C7-7D31-5D6E-F22EEF67DE8B}"/>
              </a:ext>
            </a:extLst>
          </p:cNvPr>
          <p:cNvSpPr/>
          <p:nvPr/>
        </p:nvSpPr>
        <p:spPr>
          <a:xfrm rot="5400000">
            <a:off x="3813668" y="1003103"/>
            <a:ext cx="161688" cy="1432821"/>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B10E995F-BC82-C519-12BF-5B81C65BE5B0}"/>
              </a:ext>
            </a:extLst>
          </p:cNvPr>
          <p:cNvSpPr/>
          <p:nvPr/>
        </p:nvSpPr>
        <p:spPr>
          <a:xfrm rot="5400000">
            <a:off x="5246490" y="1003103"/>
            <a:ext cx="161688" cy="1432821"/>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4834EB26-C3E0-E81B-99E5-92EC9C4808F9}"/>
              </a:ext>
            </a:extLst>
          </p:cNvPr>
          <p:cNvSpPr/>
          <p:nvPr/>
        </p:nvSpPr>
        <p:spPr>
          <a:xfrm rot="5400000">
            <a:off x="6679312" y="1003103"/>
            <a:ext cx="161688" cy="143282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räne 16">
            <a:extLst>
              <a:ext uri="{FF2B5EF4-FFF2-40B4-BE49-F238E27FC236}">
                <a16:creationId xmlns:a16="http://schemas.microsoft.com/office/drawing/2014/main" id="{21068E35-F5EE-C680-6180-8AF5A4C4BA0B}"/>
              </a:ext>
            </a:extLst>
          </p:cNvPr>
          <p:cNvSpPr/>
          <p:nvPr/>
        </p:nvSpPr>
        <p:spPr>
          <a:xfrm rot="8100000">
            <a:off x="3684948" y="1189746"/>
            <a:ext cx="321819" cy="321819"/>
          </a:xfrm>
          <a:prstGeom prst="teardrop">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Textfeld 27">
            <a:extLst>
              <a:ext uri="{FF2B5EF4-FFF2-40B4-BE49-F238E27FC236}">
                <a16:creationId xmlns:a16="http://schemas.microsoft.com/office/drawing/2014/main" id="{0A5025F5-0D18-2FF8-C87E-A9A9EA03C4AE}"/>
              </a:ext>
            </a:extLst>
          </p:cNvPr>
          <p:cNvSpPr txBox="1"/>
          <p:nvPr/>
        </p:nvSpPr>
        <p:spPr>
          <a:xfrm>
            <a:off x="5634581" y="1800358"/>
            <a:ext cx="811092" cy="184666"/>
          </a:xfrm>
          <a:prstGeom prst="rect">
            <a:avLst/>
          </a:prstGeom>
          <a:noFill/>
        </p:spPr>
        <p:txBody>
          <a:bodyPr wrap="square" lIns="0" tIns="0" rIns="0" bIns="0" rtlCol="0">
            <a:spAutoFit/>
          </a:bodyPr>
          <a:lstStyle/>
          <a:p>
            <a:pPr algn="ctr"/>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35" name="Textfeld 34">
            <a:extLst>
              <a:ext uri="{FF2B5EF4-FFF2-40B4-BE49-F238E27FC236}">
                <a16:creationId xmlns:a16="http://schemas.microsoft.com/office/drawing/2014/main" id="{99FEA0C6-02CE-532F-8398-66E494E23FE7}"/>
              </a:ext>
            </a:extLst>
          </p:cNvPr>
          <p:cNvSpPr txBox="1"/>
          <p:nvPr/>
        </p:nvSpPr>
        <p:spPr>
          <a:xfrm>
            <a:off x="2520413" y="1807714"/>
            <a:ext cx="1293678" cy="369332"/>
          </a:xfrm>
          <a:prstGeom prst="rect">
            <a:avLst/>
          </a:prstGeom>
          <a:noFill/>
        </p:spPr>
        <p:txBody>
          <a:bodyPr wrap="square" lIns="0" tIns="0" rIns="0" bIns="0" rtlCol="0">
            <a:spAutoFit/>
          </a:bodyPr>
          <a:lstStyle/>
          <a:p>
            <a:pPr algn="ctr"/>
            <a:r>
              <a:rPr lang="de-DE" sz="1200" b="1" dirty="0">
                <a:solidFill>
                  <a:srgbClr val="3C6C7F"/>
                </a:solidFill>
              </a:rPr>
              <a:t>Noch nicht </a:t>
            </a:r>
          </a:p>
          <a:p>
            <a:pPr algn="ctr"/>
            <a:r>
              <a:rPr lang="de-DE" sz="1200" b="1" dirty="0">
                <a:solidFill>
                  <a:srgbClr val="3C6C7F"/>
                </a:solidFill>
              </a:rPr>
              <a:t>gut geeignet </a:t>
            </a:r>
          </a:p>
        </p:txBody>
      </p:sp>
      <p:sp>
        <p:nvSpPr>
          <p:cNvPr id="36" name="Textfeld 35">
            <a:extLst>
              <a:ext uri="{FF2B5EF4-FFF2-40B4-BE49-F238E27FC236}">
                <a16:creationId xmlns:a16="http://schemas.microsoft.com/office/drawing/2014/main" id="{20783BB2-2E8A-E590-3D2E-05BE5E1DEAC9}"/>
              </a:ext>
            </a:extLst>
          </p:cNvPr>
          <p:cNvSpPr txBox="1"/>
          <p:nvPr/>
        </p:nvSpPr>
        <p:spPr>
          <a:xfrm>
            <a:off x="3956850" y="1807714"/>
            <a:ext cx="1293678" cy="369332"/>
          </a:xfrm>
          <a:prstGeom prst="rect">
            <a:avLst/>
          </a:prstGeom>
          <a:noFill/>
        </p:spPr>
        <p:txBody>
          <a:bodyPr wrap="square" lIns="0" tIns="0" rIns="0" bIns="0" rtlCol="0">
            <a:spAutoFit/>
          </a:bodyPr>
          <a:lstStyle/>
          <a:p>
            <a:pPr algn="ctr"/>
            <a:r>
              <a:rPr lang="de-DE" sz="1200" b="1" dirty="0">
                <a:solidFill>
                  <a:srgbClr val="3C6C7F"/>
                </a:solidFill>
              </a:rPr>
              <a:t>eingeschränkt</a:t>
            </a:r>
          </a:p>
          <a:p>
            <a:pPr algn="ctr"/>
            <a:r>
              <a:rPr lang="de-DE" sz="1200" b="1" dirty="0">
                <a:solidFill>
                  <a:srgbClr val="3C6C7F"/>
                </a:solidFill>
              </a:rPr>
              <a:t>geeignet </a:t>
            </a:r>
          </a:p>
        </p:txBody>
      </p:sp>
    </p:spTree>
    <p:extLst>
      <p:ext uri="{BB962C8B-B14F-4D97-AF65-F5344CB8AC3E}">
        <p14:creationId xmlns:p14="http://schemas.microsoft.com/office/powerpoint/2010/main" val="535456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1664568" y="760132"/>
            <a:ext cx="5523632" cy="400110"/>
          </a:xfrm>
          <a:prstGeom prst="rect">
            <a:avLst/>
          </a:prstGeom>
          <a:noFill/>
        </p:spPr>
        <p:txBody>
          <a:bodyPr wrap="square">
            <a:spAutoFit/>
          </a:bodyPr>
          <a:lstStyle/>
          <a:p>
            <a:pPr algn="l"/>
            <a:r>
              <a:rPr lang="de-DE" sz="2000" b="1" dirty="0">
                <a:solidFill>
                  <a:schemeClr val="bg2">
                    <a:lumMod val="50000"/>
                  </a:schemeClr>
                </a:solidFill>
              </a:rPr>
              <a:t>NT-</a:t>
            </a:r>
            <a:r>
              <a:rPr lang="de-DE" sz="2000" b="1" dirty="0" err="1">
                <a:solidFill>
                  <a:schemeClr val="bg2">
                    <a:lumMod val="50000"/>
                  </a:schemeClr>
                </a:solidFill>
              </a:rPr>
              <a:t>Readiness</a:t>
            </a:r>
            <a:r>
              <a:rPr lang="de-DE" sz="2000" b="1" dirty="0">
                <a:solidFill>
                  <a:schemeClr val="bg2">
                    <a:lumMod val="50000"/>
                  </a:schemeClr>
                </a:solidFill>
              </a:rPr>
              <a:t> Gebäude</a:t>
            </a:r>
          </a:p>
        </p:txBody>
      </p:sp>
      <p:sp>
        <p:nvSpPr>
          <p:cNvPr id="4" name="Rechteck 3">
            <a:extLst>
              <a:ext uri="{FF2B5EF4-FFF2-40B4-BE49-F238E27FC236}">
                <a16:creationId xmlns:a16="http://schemas.microsoft.com/office/drawing/2014/main" id="{7D24D693-1427-6613-6CF6-36C44657F856}"/>
              </a:ext>
            </a:extLst>
          </p:cNvPr>
          <p:cNvSpPr/>
          <p:nvPr/>
        </p:nvSpPr>
        <p:spPr>
          <a:xfrm>
            <a:off x="7277100" y="0"/>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Es wäre gut, das Raum- vs. Gebäudelevel auf markante Weise sichtbar zu machen, ggf. durch Symbol o.Ä.?</a:t>
            </a:r>
          </a:p>
        </p:txBody>
      </p:sp>
      <p:sp>
        <p:nvSpPr>
          <p:cNvPr id="7" name="Textfeld 6">
            <a:extLst>
              <a:ext uri="{FF2B5EF4-FFF2-40B4-BE49-F238E27FC236}">
                <a16:creationId xmlns:a16="http://schemas.microsoft.com/office/drawing/2014/main" id="{AEAB65A4-082E-D1B7-EDC6-B39841581B77}"/>
              </a:ext>
            </a:extLst>
          </p:cNvPr>
          <p:cNvSpPr txBox="1"/>
          <p:nvPr/>
        </p:nvSpPr>
        <p:spPr>
          <a:xfrm>
            <a:off x="1664568" y="2432964"/>
            <a:ext cx="5811999" cy="2389629"/>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Teilweise niedertemperaturfähig – Maßnahmen erforderlich </a:t>
            </a:r>
            <a:br>
              <a:rPr lang="de-DE" sz="1400" b="1" kern="100" dirty="0">
                <a:solidFill>
                  <a:schemeClr val="bg2">
                    <a:lumMod val="50000"/>
                  </a:schemeClr>
                </a:solidFill>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Gute Basis – mit Potenzial</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Ein niedertemperaturfähiges Gebäude sollte auch an kalten Wintertagen in allen Räumen mit einer Vorlauftemperatur von unter 55°C auskommen. Im jetzigen Zustand des Gebäudes ist die erforderliche Vorlauftemperatur zu hoch.</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Manche Räume erfüllen bereits die Anforderungen für niedrigere Vorlauftemperaturen. Einige Räume brauchen jedoch eine höhere Vorlauftemperatur. Mit einfachen, gezielten Maßnahmen kann das gesamte Gebäude NT-</a:t>
            </a:r>
            <a:r>
              <a:rPr lang="de-DE" sz="1400" kern="100" dirty="0" err="1">
                <a:effectLst/>
                <a:latin typeface="Aptos" panose="020B0004020202020204" pitchFamily="34" charset="0"/>
                <a:ea typeface="Aptos" panose="020B0004020202020204" pitchFamily="34" charset="0"/>
                <a:cs typeface="Times New Roman" panose="02020603050405020304" pitchFamily="18" charset="0"/>
              </a:rPr>
              <a:t>ready</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 werden.</a:t>
            </a:r>
          </a:p>
        </p:txBody>
      </p:sp>
      <p:sp>
        <p:nvSpPr>
          <p:cNvPr id="17" name="Träne 16">
            <a:extLst>
              <a:ext uri="{FF2B5EF4-FFF2-40B4-BE49-F238E27FC236}">
                <a16:creationId xmlns:a16="http://schemas.microsoft.com/office/drawing/2014/main" id="{21068E35-F5EE-C680-6180-8AF5A4C4BA0B}"/>
              </a:ext>
            </a:extLst>
          </p:cNvPr>
          <p:cNvSpPr/>
          <p:nvPr/>
        </p:nvSpPr>
        <p:spPr>
          <a:xfrm rot="8100000">
            <a:off x="5221889" y="1189747"/>
            <a:ext cx="321819" cy="321819"/>
          </a:xfrm>
          <a:prstGeom prst="teardrop">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44" name="Gruppieren 43">
            <a:extLst>
              <a:ext uri="{FF2B5EF4-FFF2-40B4-BE49-F238E27FC236}">
                <a16:creationId xmlns:a16="http://schemas.microsoft.com/office/drawing/2014/main" id="{4C7B92AA-D17D-758B-873A-C3C611C4EA4C}"/>
              </a:ext>
            </a:extLst>
          </p:cNvPr>
          <p:cNvGrpSpPr/>
          <p:nvPr/>
        </p:nvGrpSpPr>
        <p:grpSpPr>
          <a:xfrm>
            <a:off x="1664088" y="1578216"/>
            <a:ext cx="5810026" cy="538372"/>
            <a:chOff x="1664088" y="2314264"/>
            <a:chExt cx="5810026" cy="538372"/>
          </a:xfrm>
        </p:grpSpPr>
        <p:sp>
          <p:nvSpPr>
            <p:cNvPr id="45" name="Rechteck 44">
              <a:extLst>
                <a:ext uri="{FF2B5EF4-FFF2-40B4-BE49-F238E27FC236}">
                  <a16:creationId xmlns:a16="http://schemas.microsoft.com/office/drawing/2014/main" id="{5B0704D2-33D1-4D00-7D16-BB43DD413E45}"/>
                </a:ext>
              </a:extLst>
            </p:cNvPr>
            <p:cNvSpPr/>
            <p:nvPr/>
          </p:nvSpPr>
          <p:spPr>
            <a:xfrm rot="5400000">
              <a:off x="6667172" y="1669010"/>
              <a:ext cx="161688" cy="1452196"/>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Textfeld 45">
              <a:extLst>
                <a:ext uri="{FF2B5EF4-FFF2-40B4-BE49-F238E27FC236}">
                  <a16:creationId xmlns:a16="http://schemas.microsoft.com/office/drawing/2014/main" id="{85DC5EAF-4836-4226-F8E5-B9FEC290899B}"/>
                </a:ext>
              </a:extLst>
            </p:cNvPr>
            <p:cNvSpPr txBox="1"/>
            <p:nvPr/>
          </p:nvSpPr>
          <p:spPr>
            <a:xfrm>
              <a:off x="2707854" y="2475948"/>
              <a:ext cx="819990" cy="184666"/>
            </a:xfrm>
            <a:prstGeom prst="rect">
              <a:avLst/>
            </a:prstGeom>
            <a:noFill/>
          </p:spPr>
          <p:txBody>
            <a:bodyPr wrap="square" lIns="0" tIns="0" rIns="0" bIns="0" rtlCol="0">
              <a:spAutoFit/>
            </a:bodyPr>
            <a:lstStyle/>
            <a:p>
              <a:pPr algn="ctr"/>
              <a:r>
                <a:rPr lang="de-DE" sz="1200" b="1" dirty="0">
                  <a:solidFill>
                    <a:srgbClr val="3C6C7F"/>
                  </a:solidFill>
                </a:rPr>
                <a:t>NT-</a:t>
              </a:r>
              <a:r>
                <a:rPr lang="de-DE" sz="1200" b="1" dirty="0" err="1">
                  <a:solidFill>
                    <a:srgbClr val="3C6C7F"/>
                  </a:solidFill>
                </a:rPr>
                <a:t>ready</a:t>
              </a:r>
              <a:endParaRPr lang="de-DE" sz="1200" b="1" dirty="0">
                <a:solidFill>
                  <a:srgbClr val="3C6C7F"/>
                </a:solidFill>
              </a:endParaRPr>
            </a:p>
          </p:txBody>
        </p:sp>
        <p:sp>
          <p:nvSpPr>
            <p:cNvPr id="47" name="Rechteck 46">
              <a:extLst>
                <a:ext uri="{FF2B5EF4-FFF2-40B4-BE49-F238E27FC236}">
                  <a16:creationId xmlns:a16="http://schemas.microsoft.com/office/drawing/2014/main" id="{23B01A47-D7E2-FC72-B452-D29D4D7F8B2C}"/>
                </a:ext>
              </a:extLst>
            </p:cNvPr>
            <p:cNvSpPr/>
            <p:nvPr/>
          </p:nvSpPr>
          <p:spPr>
            <a:xfrm rot="5400000">
              <a:off x="5214355" y="1669011"/>
              <a:ext cx="161688" cy="1452196"/>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BEC207F0-ACF3-B60E-E042-A7EF4FAFC56C}"/>
                </a:ext>
              </a:extLst>
            </p:cNvPr>
            <p:cNvSpPr/>
            <p:nvPr/>
          </p:nvSpPr>
          <p:spPr>
            <a:xfrm rot="5400000">
              <a:off x="3762160" y="1669010"/>
              <a:ext cx="161688" cy="1452196"/>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48">
              <a:extLst>
                <a:ext uri="{FF2B5EF4-FFF2-40B4-BE49-F238E27FC236}">
                  <a16:creationId xmlns:a16="http://schemas.microsoft.com/office/drawing/2014/main" id="{50C926A1-8C9F-FC9A-7F40-E8920F4F62CC}"/>
                </a:ext>
              </a:extLst>
            </p:cNvPr>
            <p:cNvSpPr/>
            <p:nvPr/>
          </p:nvSpPr>
          <p:spPr>
            <a:xfrm rot="5400000">
              <a:off x="2309342" y="1669012"/>
              <a:ext cx="161688" cy="1452196"/>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sp>
          <p:nvSpPr>
            <p:cNvPr id="50" name="Textfeld 49">
              <a:extLst>
                <a:ext uri="{FF2B5EF4-FFF2-40B4-BE49-F238E27FC236}">
                  <a16:creationId xmlns:a16="http://schemas.microsoft.com/office/drawing/2014/main" id="{9198EF61-D903-76C5-320E-C6C00DDD0AA0}"/>
                </a:ext>
              </a:extLst>
            </p:cNvPr>
            <p:cNvSpPr txBox="1"/>
            <p:nvPr/>
          </p:nvSpPr>
          <p:spPr>
            <a:xfrm>
              <a:off x="5321909" y="2483304"/>
              <a:ext cx="1293678" cy="369332"/>
            </a:xfrm>
            <a:prstGeom prst="rect">
              <a:avLst/>
            </a:prstGeom>
            <a:noFill/>
          </p:spPr>
          <p:txBody>
            <a:bodyPr wrap="square" lIns="0" tIns="0" rIns="0" bIns="0" rtlCol="0">
              <a:spAutoFit/>
            </a:bodyPr>
            <a:lstStyle/>
            <a:p>
              <a:pPr algn="ctr"/>
              <a:r>
                <a:rPr lang="de-DE" sz="1200" b="1" dirty="0">
                  <a:solidFill>
                    <a:srgbClr val="3C6C7F"/>
                  </a:solidFill>
                </a:rPr>
                <a:t>Noch nicht </a:t>
              </a:r>
            </a:p>
            <a:p>
              <a:pPr algn="ctr"/>
              <a:r>
                <a:rPr lang="de-DE" sz="1200" b="1" dirty="0">
                  <a:solidFill>
                    <a:srgbClr val="3C6C7F"/>
                  </a:solidFill>
                </a:rPr>
                <a:t>gut geeignet </a:t>
              </a:r>
            </a:p>
          </p:txBody>
        </p:sp>
        <p:sp>
          <p:nvSpPr>
            <p:cNvPr id="51" name="Textfeld 50">
              <a:extLst>
                <a:ext uri="{FF2B5EF4-FFF2-40B4-BE49-F238E27FC236}">
                  <a16:creationId xmlns:a16="http://schemas.microsoft.com/office/drawing/2014/main" id="{52B426A9-7429-7413-393F-BAC6F8178972}"/>
                </a:ext>
              </a:extLst>
            </p:cNvPr>
            <p:cNvSpPr txBox="1"/>
            <p:nvPr/>
          </p:nvSpPr>
          <p:spPr>
            <a:xfrm>
              <a:off x="3956850" y="2483304"/>
              <a:ext cx="1293678" cy="369332"/>
            </a:xfrm>
            <a:prstGeom prst="rect">
              <a:avLst/>
            </a:prstGeom>
            <a:noFill/>
          </p:spPr>
          <p:txBody>
            <a:bodyPr wrap="square" lIns="0" tIns="0" rIns="0" bIns="0" rtlCol="0">
              <a:spAutoFit/>
            </a:bodyPr>
            <a:lstStyle/>
            <a:p>
              <a:pPr algn="ctr"/>
              <a:r>
                <a:rPr lang="de-DE" sz="1200" b="1" dirty="0">
                  <a:solidFill>
                    <a:srgbClr val="3C6C7F"/>
                  </a:solidFill>
                </a:rPr>
                <a:t>eingeschränkt</a:t>
              </a:r>
            </a:p>
            <a:p>
              <a:pPr algn="ctr"/>
              <a:r>
                <a:rPr lang="de-DE" sz="1200" b="1" dirty="0">
                  <a:solidFill>
                    <a:srgbClr val="3C6C7F"/>
                  </a:solidFill>
                </a:rPr>
                <a:t>geeignet </a:t>
              </a:r>
            </a:p>
          </p:txBody>
        </p:sp>
      </p:grpSp>
    </p:spTree>
    <p:extLst>
      <p:ext uri="{BB962C8B-B14F-4D97-AF65-F5344CB8AC3E}">
        <p14:creationId xmlns:p14="http://schemas.microsoft.com/office/powerpoint/2010/main" val="1584034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3327400" y="760132"/>
            <a:ext cx="3860800" cy="400110"/>
          </a:xfrm>
          <a:prstGeom prst="rect">
            <a:avLst/>
          </a:prstGeom>
          <a:noFill/>
        </p:spPr>
        <p:txBody>
          <a:bodyPr wrap="square">
            <a:spAutoFit/>
          </a:bodyPr>
          <a:lstStyle/>
          <a:p>
            <a:pPr algn="l"/>
            <a:r>
              <a:rPr lang="de-DE" sz="2000" b="1" dirty="0">
                <a:solidFill>
                  <a:schemeClr val="bg2">
                    <a:lumMod val="50000"/>
                  </a:schemeClr>
                </a:solidFill>
              </a:rPr>
              <a:t>Heizkörpertausch</a:t>
            </a:r>
          </a:p>
        </p:txBody>
      </p:sp>
      <p:sp>
        <p:nvSpPr>
          <p:cNvPr id="7" name="Textfeld 6">
            <a:extLst>
              <a:ext uri="{FF2B5EF4-FFF2-40B4-BE49-F238E27FC236}">
                <a16:creationId xmlns:a16="http://schemas.microsoft.com/office/drawing/2014/main" id="{AEAB65A4-082E-D1B7-EDC6-B39841581B77}"/>
              </a:ext>
            </a:extLst>
          </p:cNvPr>
          <p:cNvSpPr txBox="1"/>
          <p:nvPr/>
        </p:nvSpPr>
        <p:spPr>
          <a:xfrm>
            <a:off x="3327400" y="1156444"/>
            <a:ext cx="4149167" cy="2364302"/>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Viele Heizkörper sind nicht geeignet – Maßnahmen erforderlich</a:t>
            </a:r>
          </a:p>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Hier ist ein Heizkörpertausch notwendig.</a:t>
            </a:r>
          </a:p>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[Alle / x von y Heizkörpern] der in Ihrem Gebäude erfassten Räume benötigen aktuell eine sehr hohe Vorlauftemperatur. Damit eine Wärmepumpe effizient arbeiten kann, sollten Sie diese Heizkörper durch größere oder leistungsstärkere Modelle ersetzen.</a:t>
            </a:r>
          </a:p>
        </p:txBody>
      </p:sp>
      <p:sp>
        <p:nvSpPr>
          <p:cNvPr id="56" name="Rechteck 55">
            <a:extLst>
              <a:ext uri="{FF2B5EF4-FFF2-40B4-BE49-F238E27FC236}">
                <a16:creationId xmlns:a16="http://schemas.microsoft.com/office/drawing/2014/main" id="{3561D5B4-D597-932C-CAA9-A56F4F162C0F}"/>
              </a:ext>
            </a:extLst>
          </p:cNvPr>
          <p:cNvSpPr/>
          <p:nvPr/>
        </p:nvSpPr>
        <p:spPr>
          <a:xfrm>
            <a:off x="1664568" y="760132"/>
            <a:ext cx="1323975" cy="994511"/>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Allgemeines Symbol Heizkörpertausch?</a:t>
            </a:r>
          </a:p>
        </p:txBody>
      </p:sp>
      <p:sp>
        <p:nvSpPr>
          <p:cNvPr id="58" name="Textfeld 57">
            <a:extLst>
              <a:ext uri="{FF2B5EF4-FFF2-40B4-BE49-F238E27FC236}">
                <a16:creationId xmlns:a16="http://schemas.microsoft.com/office/drawing/2014/main" id="{8701F399-360E-3083-0102-92BA5CB9579C}"/>
              </a:ext>
            </a:extLst>
          </p:cNvPr>
          <p:cNvSpPr txBox="1"/>
          <p:nvPr/>
        </p:nvSpPr>
        <p:spPr>
          <a:xfrm>
            <a:off x="1664567" y="3802914"/>
            <a:ext cx="5811999" cy="776046"/>
          </a:xfrm>
          <a:prstGeom prst="rect">
            <a:avLst/>
          </a:prstGeom>
          <a:noFill/>
          <a:ln>
            <a:noFill/>
          </a:ln>
        </p:spPr>
        <p:txBody>
          <a:bodyPr wrap="square">
            <a:spAutoFit/>
          </a:bodyPr>
          <a:lstStyle/>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 Hinweis: Sie können weitere Räume eingeben, um ein vollständigeres Bild zu erhalten. Wenn nicht, sollte die Heizkörperbewertung im Rahmen der konkreten Planung erfolgen</a:t>
            </a:r>
          </a:p>
        </p:txBody>
      </p:sp>
      <p:sp>
        <p:nvSpPr>
          <p:cNvPr id="59" name="Rechteck: abgerundete Ecken 58">
            <a:extLst>
              <a:ext uri="{FF2B5EF4-FFF2-40B4-BE49-F238E27FC236}">
                <a16:creationId xmlns:a16="http://schemas.microsoft.com/office/drawing/2014/main" id="{0A792C1B-03C0-2A38-1D5A-570292E48351}"/>
              </a:ext>
            </a:extLst>
          </p:cNvPr>
          <p:cNvSpPr/>
          <p:nvPr/>
        </p:nvSpPr>
        <p:spPr>
          <a:xfrm>
            <a:off x="1666542" y="3736966"/>
            <a:ext cx="5810026" cy="907941"/>
          </a:xfrm>
          <a:prstGeom prst="roundRect">
            <a:avLst/>
          </a:prstGeom>
          <a:noFill/>
          <a:ln w="19050">
            <a:solidFill>
              <a:srgbClr val="E7D1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140757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69" name="Foliennummernplatzhalter 2">
            <a:extLst>
              <a:ext uri="{FF2B5EF4-FFF2-40B4-BE49-F238E27FC236}">
                <a16:creationId xmlns:a16="http://schemas.microsoft.com/office/drawing/2014/main" id="{65D4779A-02F9-D223-33C8-1E9B8B4D74D5}"/>
              </a:ext>
            </a:extLst>
          </p:cNvPr>
          <p:cNvSpPr>
            <a:spLocks noGrp="1"/>
          </p:cNvSpPr>
          <p:nvPr>
            <p:ph type="sldNum" sz="quarter" idx="11"/>
          </p:nvPr>
        </p:nvSpPr>
        <p:spPr>
          <a:xfrm>
            <a:off x="-5937571" y="7189844"/>
            <a:ext cx="890587" cy="125976"/>
          </a:xfrm>
        </p:spPr>
        <p:txBody>
          <a:bodyPr/>
          <a:lstStyle/>
          <a:p>
            <a:pPr algn="l"/>
            <a:r>
              <a:rPr lang="de-DE"/>
              <a:t>Seite </a:t>
            </a:r>
            <a:fld id="{116EDF81-E62B-6D4E-87B5-2A3890D58C7C}" type="slidenum">
              <a:rPr lang="de-DE" smtClean="0"/>
              <a:pPr algn="l"/>
              <a:t>19</a:t>
            </a:fld>
            <a:endParaRPr lang="de-DE"/>
          </a:p>
        </p:txBody>
      </p:sp>
      <p:pic>
        <p:nvPicPr>
          <p:cNvPr id="70" name="Grafik 69">
            <a:extLst>
              <a:ext uri="{FF2B5EF4-FFF2-40B4-BE49-F238E27FC236}">
                <a16:creationId xmlns:a16="http://schemas.microsoft.com/office/drawing/2014/main" id="{81EB7CE3-AE6A-6A4A-8405-BEA259648A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16305" y="2009037"/>
            <a:ext cx="1409700" cy="1304925"/>
          </a:xfrm>
          <a:prstGeom prst="rect">
            <a:avLst/>
          </a:prstGeom>
        </p:spPr>
      </p:pic>
      <p:pic>
        <p:nvPicPr>
          <p:cNvPr id="71" name="Grafik 70">
            <a:extLst>
              <a:ext uri="{FF2B5EF4-FFF2-40B4-BE49-F238E27FC236}">
                <a16:creationId xmlns:a16="http://schemas.microsoft.com/office/drawing/2014/main" id="{C3E778AD-FB01-A19B-BB49-32455830FA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6064" y="2066189"/>
            <a:ext cx="1266825" cy="1247775"/>
          </a:xfrm>
          <a:prstGeom prst="rect">
            <a:avLst/>
          </a:prstGeom>
        </p:spPr>
      </p:pic>
      <p:pic>
        <p:nvPicPr>
          <p:cNvPr id="72" name="Grafik 71">
            <a:extLst>
              <a:ext uri="{FF2B5EF4-FFF2-40B4-BE49-F238E27FC236}">
                <a16:creationId xmlns:a16="http://schemas.microsoft.com/office/drawing/2014/main" id="{8A59A52C-2E96-EDC6-5146-3C0A50684C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99299" y="1913789"/>
            <a:ext cx="1323975" cy="1400175"/>
          </a:xfrm>
          <a:prstGeom prst="rect">
            <a:avLst/>
          </a:prstGeom>
        </p:spPr>
      </p:pic>
      <p:pic>
        <p:nvPicPr>
          <p:cNvPr id="73" name="Grafik 72">
            <a:extLst>
              <a:ext uri="{FF2B5EF4-FFF2-40B4-BE49-F238E27FC236}">
                <a16:creationId xmlns:a16="http://schemas.microsoft.com/office/drawing/2014/main" id="{8C268FD0-62F8-4410-EC81-551445ACDBA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41641" y="1913786"/>
            <a:ext cx="1304925" cy="1485900"/>
          </a:xfrm>
          <a:prstGeom prst="rect">
            <a:avLst/>
          </a:prstGeom>
        </p:spPr>
      </p:pic>
      <p:pic>
        <p:nvPicPr>
          <p:cNvPr id="74" name="Grafik 73">
            <a:extLst>
              <a:ext uri="{FF2B5EF4-FFF2-40B4-BE49-F238E27FC236}">
                <a16:creationId xmlns:a16="http://schemas.microsoft.com/office/drawing/2014/main" id="{933F3379-B3DA-C8D7-206A-16C48A1B5A9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16305" y="3745761"/>
            <a:ext cx="1409700" cy="1304925"/>
          </a:xfrm>
          <a:prstGeom prst="rect">
            <a:avLst/>
          </a:prstGeom>
        </p:spPr>
      </p:pic>
      <p:pic>
        <p:nvPicPr>
          <p:cNvPr id="75" name="Grafik 74">
            <a:extLst>
              <a:ext uri="{FF2B5EF4-FFF2-40B4-BE49-F238E27FC236}">
                <a16:creationId xmlns:a16="http://schemas.microsoft.com/office/drawing/2014/main" id="{5506FB46-1DB1-E977-E45E-B6C929E1CE4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16065" y="3802914"/>
            <a:ext cx="1266825" cy="1247775"/>
          </a:xfrm>
          <a:prstGeom prst="rect">
            <a:avLst/>
          </a:prstGeom>
        </p:spPr>
      </p:pic>
      <p:pic>
        <p:nvPicPr>
          <p:cNvPr id="76" name="Grafik 75">
            <a:extLst>
              <a:ext uri="{FF2B5EF4-FFF2-40B4-BE49-F238E27FC236}">
                <a16:creationId xmlns:a16="http://schemas.microsoft.com/office/drawing/2014/main" id="{4C53A3C9-1D4C-8649-BF40-A4F00F1F479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99299" y="3650514"/>
            <a:ext cx="1323975" cy="1400175"/>
          </a:xfrm>
          <a:prstGeom prst="rect">
            <a:avLst/>
          </a:prstGeom>
        </p:spPr>
      </p:pic>
      <p:pic>
        <p:nvPicPr>
          <p:cNvPr id="77" name="Grafik 76">
            <a:extLst>
              <a:ext uri="{FF2B5EF4-FFF2-40B4-BE49-F238E27FC236}">
                <a16:creationId xmlns:a16="http://schemas.microsoft.com/office/drawing/2014/main" id="{3049ECC9-3028-8751-3361-B9232D9D104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41642" y="3655273"/>
            <a:ext cx="1304925" cy="1485900"/>
          </a:xfrm>
          <a:prstGeom prst="rect">
            <a:avLst/>
          </a:prstGeom>
        </p:spPr>
      </p:pic>
      <p:pic>
        <p:nvPicPr>
          <p:cNvPr id="78" name="Grafik 77">
            <a:extLst>
              <a:ext uri="{FF2B5EF4-FFF2-40B4-BE49-F238E27FC236}">
                <a16:creationId xmlns:a16="http://schemas.microsoft.com/office/drawing/2014/main" id="{EE33097B-4928-B148-83D0-8DD37AF0A30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216305" y="5557612"/>
            <a:ext cx="1409700" cy="1304925"/>
          </a:xfrm>
          <a:prstGeom prst="rect">
            <a:avLst/>
          </a:prstGeom>
        </p:spPr>
      </p:pic>
      <p:pic>
        <p:nvPicPr>
          <p:cNvPr id="79" name="Grafik 78">
            <a:extLst>
              <a:ext uri="{FF2B5EF4-FFF2-40B4-BE49-F238E27FC236}">
                <a16:creationId xmlns:a16="http://schemas.microsoft.com/office/drawing/2014/main" id="{617A1AA9-008B-3A3F-B866-CFC86FFFFFD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316067" y="5614765"/>
            <a:ext cx="1266825" cy="1247775"/>
          </a:xfrm>
          <a:prstGeom prst="rect">
            <a:avLst/>
          </a:prstGeom>
        </p:spPr>
      </p:pic>
      <p:pic>
        <p:nvPicPr>
          <p:cNvPr id="80" name="Grafik 79">
            <a:extLst>
              <a:ext uri="{FF2B5EF4-FFF2-40B4-BE49-F238E27FC236}">
                <a16:creationId xmlns:a16="http://schemas.microsoft.com/office/drawing/2014/main" id="{A23A4254-D1B8-6B94-1AD4-DE8CA45D60A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399299" y="5462365"/>
            <a:ext cx="1323975" cy="1400175"/>
          </a:xfrm>
          <a:prstGeom prst="rect">
            <a:avLst/>
          </a:prstGeom>
        </p:spPr>
      </p:pic>
      <p:pic>
        <p:nvPicPr>
          <p:cNvPr id="81" name="Grafik 80">
            <a:extLst>
              <a:ext uri="{FF2B5EF4-FFF2-40B4-BE49-F238E27FC236}">
                <a16:creationId xmlns:a16="http://schemas.microsoft.com/office/drawing/2014/main" id="{2E785956-23AD-9670-8C5F-6486B98C2B1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541643" y="5467123"/>
            <a:ext cx="1304925" cy="1485900"/>
          </a:xfrm>
          <a:prstGeom prst="rect">
            <a:avLst/>
          </a:prstGeom>
        </p:spPr>
      </p:pic>
      <p:sp>
        <p:nvSpPr>
          <p:cNvPr id="2" name="Textfeld 1">
            <a:extLst>
              <a:ext uri="{FF2B5EF4-FFF2-40B4-BE49-F238E27FC236}">
                <a16:creationId xmlns:a16="http://schemas.microsoft.com/office/drawing/2014/main" id="{96DBA6FF-CEE4-B6B4-E815-0ED17EF84C06}"/>
              </a:ext>
            </a:extLst>
          </p:cNvPr>
          <p:cNvSpPr txBox="1"/>
          <p:nvPr/>
        </p:nvSpPr>
        <p:spPr>
          <a:xfrm>
            <a:off x="3119718" y="760132"/>
            <a:ext cx="5523632" cy="400110"/>
          </a:xfrm>
          <a:prstGeom prst="rect">
            <a:avLst/>
          </a:prstGeom>
          <a:noFill/>
        </p:spPr>
        <p:txBody>
          <a:bodyPr wrap="square">
            <a:spAutoFit/>
          </a:bodyPr>
          <a:lstStyle/>
          <a:p>
            <a:pPr algn="l"/>
            <a:r>
              <a:rPr lang="de-DE" sz="2000" b="1" dirty="0">
                <a:solidFill>
                  <a:schemeClr val="bg2">
                    <a:lumMod val="50000"/>
                  </a:schemeClr>
                </a:solidFill>
              </a:rPr>
              <a:t>Gebäudehülle </a:t>
            </a:r>
          </a:p>
        </p:txBody>
      </p:sp>
      <p:sp>
        <p:nvSpPr>
          <p:cNvPr id="3" name="Textfeld 2">
            <a:extLst>
              <a:ext uri="{FF2B5EF4-FFF2-40B4-BE49-F238E27FC236}">
                <a16:creationId xmlns:a16="http://schemas.microsoft.com/office/drawing/2014/main" id="{69813A6A-744E-A0FC-089F-EA7F2F1482BE}"/>
              </a:ext>
            </a:extLst>
          </p:cNvPr>
          <p:cNvSpPr txBox="1"/>
          <p:nvPr/>
        </p:nvSpPr>
        <p:spPr>
          <a:xfrm>
            <a:off x="-2856632" y="225321"/>
            <a:ext cx="2209017" cy="338554"/>
          </a:xfrm>
          <a:prstGeom prst="rect">
            <a:avLst/>
          </a:prstGeom>
          <a:noFill/>
        </p:spPr>
        <p:txBody>
          <a:bodyPr wrap="square">
            <a:spAutoFit/>
          </a:bodyPr>
          <a:lstStyle/>
          <a:p>
            <a:pPr algn="l"/>
            <a:r>
              <a:rPr lang="de-DE" sz="1600" b="1" dirty="0">
                <a:solidFill>
                  <a:schemeClr val="bg2">
                    <a:lumMod val="50000"/>
                  </a:schemeClr>
                </a:solidFill>
              </a:rPr>
              <a:t>Heizkörper</a:t>
            </a:r>
          </a:p>
        </p:txBody>
      </p:sp>
      <p:sp>
        <p:nvSpPr>
          <p:cNvPr id="4" name="Rechteck 3">
            <a:extLst>
              <a:ext uri="{FF2B5EF4-FFF2-40B4-BE49-F238E27FC236}">
                <a16:creationId xmlns:a16="http://schemas.microsoft.com/office/drawing/2014/main" id="{7D24D693-1427-6613-6CF6-36C44657F856}"/>
              </a:ext>
            </a:extLst>
          </p:cNvPr>
          <p:cNvSpPr/>
          <p:nvPr/>
        </p:nvSpPr>
        <p:spPr>
          <a:xfrm>
            <a:off x="7311111" y="300651"/>
            <a:ext cx="1866900" cy="1319072"/>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Sollte man alternativ einen Satz je Bauteil machen und ein/ausschalten je nach Ergebnis? </a:t>
            </a:r>
          </a:p>
          <a:p>
            <a:pPr algn="ctr"/>
            <a:r>
              <a:rPr lang="de-DE" sz="1200" dirty="0"/>
              <a:t>Dann könnte man diese Sätze jeweils neben dem Icon darstellen </a:t>
            </a:r>
          </a:p>
        </p:txBody>
      </p:sp>
      <p:sp>
        <p:nvSpPr>
          <p:cNvPr id="7" name="Textfeld 6">
            <a:extLst>
              <a:ext uri="{FF2B5EF4-FFF2-40B4-BE49-F238E27FC236}">
                <a16:creationId xmlns:a16="http://schemas.microsoft.com/office/drawing/2014/main" id="{AEAB65A4-082E-D1B7-EDC6-B39841581B77}"/>
              </a:ext>
            </a:extLst>
          </p:cNvPr>
          <p:cNvSpPr txBox="1"/>
          <p:nvPr/>
        </p:nvSpPr>
        <p:spPr>
          <a:xfrm>
            <a:off x="3119718" y="1156444"/>
            <a:ext cx="4356849" cy="3286349"/>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Wärmeschutz ausbaufähig – Maßnahmen empfehlenswert</a:t>
            </a:r>
          </a:p>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Einige Bauteile bieten Verbesserungspotenzial.</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Das Wärmeschutzniveau ist teilweise gut, aber es bestehen noch zu hohe Wärmeverluste. Vor allem über die Außenwände bestehen spürbar hohe Wärmeverluste.</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Durch gezielte Dämmmaßnahmen lassen sich Effizienz und Wirtschaftlichkeit einer Wärmepumpe deutlich verbessern.</a:t>
            </a:r>
          </a:p>
          <a:p>
            <a:pPr>
              <a:lnSpc>
                <a:spcPct val="107000"/>
              </a:lnSpc>
              <a:spcAft>
                <a:spcPts val="800"/>
              </a:spcAft>
              <a:buNone/>
            </a:pPr>
            <a:r>
              <a:rPr lang="de-DE" sz="1400" kern="100" dirty="0">
                <a:effectLst/>
                <a:latin typeface="Segoe UI Emoji" panose="020B0502040204020203" pitchFamily="34" charset="0"/>
                <a:ea typeface="Aptos" panose="020B0004020202020204" pitchFamily="34" charset="0"/>
                <a:cs typeface="Segoe UI Emoji" panose="020B0502040204020203" pitchFamily="34" charset="0"/>
              </a:rPr>
              <a:t>💡</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 Hinweis: Für eine genauere Bewertung können weitere Räume ergänzt oder im Planungsprozess detailliert betrachtet werden.</a:t>
            </a:r>
          </a:p>
        </p:txBody>
      </p:sp>
      <p:pic>
        <p:nvPicPr>
          <p:cNvPr id="5" name="Grafik 4">
            <a:extLst>
              <a:ext uri="{FF2B5EF4-FFF2-40B4-BE49-F238E27FC236}">
                <a16:creationId xmlns:a16="http://schemas.microsoft.com/office/drawing/2014/main" id="{380705D9-42DF-1F27-153A-2C7F127E5DB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21620" y="794796"/>
            <a:ext cx="945380" cy="875115"/>
          </a:xfrm>
          <a:prstGeom prst="rect">
            <a:avLst/>
          </a:prstGeom>
        </p:spPr>
      </p:pic>
      <p:pic>
        <p:nvPicPr>
          <p:cNvPr id="6" name="Grafik 5">
            <a:extLst>
              <a:ext uri="{FF2B5EF4-FFF2-40B4-BE49-F238E27FC236}">
                <a16:creationId xmlns:a16="http://schemas.microsoft.com/office/drawing/2014/main" id="{544FB413-1E6B-6853-9C73-A2B0330197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1621" y="1902911"/>
            <a:ext cx="887890" cy="938992"/>
          </a:xfrm>
          <a:prstGeom prst="rect">
            <a:avLst/>
          </a:prstGeom>
        </p:spPr>
      </p:pic>
      <p:pic>
        <p:nvPicPr>
          <p:cNvPr id="8" name="Grafik 7">
            <a:extLst>
              <a:ext uri="{FF2B5EF4-FFF2-40B4-BE49-F238E27FC236}">
                <a16:creationId xmlns:a16="http://schemas.microsoft.com/office/drawing/2014/main" id="{F001918C-0826-C9D8-9D39-DB35E06AB66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721621" y="3074903"/>
            <a:ext cx="849564" cy="836789"/>
          </a:xfrm>
          <a:prstGeom prst="rect">
            <a:avLst/>
          </a:prstGeom>
        </p:spPr>
      </p:pic>
      <p:pic>
        <p:nvPicPr>
          <p:cNvPr id="9" name="Grafik 8">
            <a:extLst>
              <a:ext uri="{FF2B5EF4-FFF2-40B4-BE49-F238E27FC236}">
                <a16:creationId xmlns:a16="http://schemas.microsoft.com/office/drawing/2014/main" id="{4BF47696-4909-A8ED-D87C-4D786C9F93C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721620" y="4144692"/>
            <a:ext cx="875115" cy="996481"/>
          </a:xfrm>
          <a:prstGeom prst="rect">
            <a:avLst/>
          </a:prstGeom>
        </p:spPr>
      </p:pic>
      <p:sp>
        <p:nvSpPr>
          <p:cNvPr id="10" name="Rechteck 9">
            <a:extLst>
              <a:ext uri="{FF2B5EF4-FFF2-40B4-BE49-F238E27FC236}">
                <a16:creationId xmlns:a16="http://schemas.microsoft.com/office/drawing/2014/main" id="{E728E31A-05C9-965A-7FC9-8A2B32AC214A}"/>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1</a:t>
            </a:r>
          </a:p>
        </p:txBody>
      </p:sp>
    </p:spTree>
    <p:extLst>
      <p:ext uri="{BB962C8B-B14F-4D97-AF65-F5344CB8AC3E}">
        <p14:creationId xmlns:p14="http://schemas.microsoft.com/office/powerpoint/2010/main" val="222409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1664568" y="760132"/>
            <a:ext cx="5523632" cy="400110"/>
          </a:xfrm>
          <a:prstGeom prst="rect">
            <a:avLst/>
          </a:prstGeom>
          <a:noFill/>
        </p:spPr>
        <p:txBody>
          <a:bodyPr wrap="square">
            <a:spAutoFit/>
          </a:bodyPr>
          <a:lstStyle/>
          <a:p>
            <a:pPr algn="l"/>
            <a:r>
              <a:rPr lang="de-DE" sz="2000" b="1" dirty="0">
                <a:solidFill>
                  <a:schemeClr val="bg2">
                    <a:lumMod val="50000"/>
                  </a:schemeClr>
                </a:solidFill>
              </a:rPr>
              <a:t>Gebäudehülle </a:t>
            </a:r>
          </a:p>
        </p:txBody>
      </p:sp>
      <p:sp>
        <p:nvSpPr>
          <p:cNvPr id="7" name="Textfeld 6">
            <a:extLst>
              <a:ext uri="{FF2B5EF4-FFF2-40B4-BE49-F238E27FC236}">
                <a16:creationId xmlns:a16="http://schemas.microsoft.com/office/drawing/2014/main" id="{AEAB65A4-082E-D1B7-EDC6-B39841581B77}"/>
              </a:ext>
            </a:extLst>
          </p:cNvPr>
          <p:cNvSpPr txBox="1"/>
          <p:nvPr/>
        </p:nvSpPr>
        <p:spPr>
          <a:xfrm>
            <a:off x="1664568" y="1156444"/>
            <a:ext cx="5811999" cy="2364302"/>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Wärmeschutz ausbaufähig – Maßnahmen empfehlenswert</a:t>
            </a:r>
          </a:p>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Einige Bauteile bieten Verbesserungspotenzial.</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Das Wärmeschutzniveau ist teilweise gut, aber es bestehen noch zu hohe Wärmeverluste. Vor allem über die Außenwände bestehen spürbar hohe Wärmeverluste.</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Durch gezielte Dämmmaßnahmen lassen sich Effizienz und Wirtschaftlichkeit einer Wärmepumpe deutlich verbessern.</a:t>
            </a:r>
          </a:p>
          <a:p>
            <a:pPr>
              <a:lnSpc>
                <a:spcPct val="107000"/>
              </a:lnSpc>
              <a:spcAft>
                <a:spcPts val="800"/>
              </a:spcAft>
              <a:buNone/>
            </a:pPr>
            <a:r>
              <a:rPr lang="de-DE" sz="1400" kern="100" dirty="0">
                <a:effectLst/>
                <a:latin typeface="Segoe UI Emoji" panose="020B0502040204020203" pitchFamily="34" charset="0"/>
                <a:ea typeface="Aptos" panose="020B0004020202020204" pitchFamily="34" charset="0"/>
                <a:cs typeface="Segoe UI Emoji" panose="020B0502040204020203" pitchFamily="34" charset="0"/>
              </a:rPr>
              <a:t>💡</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 Hinweis: Für eine genauere Bewertung können weitere Räume ergänzt oder im Planungsprozess detailliert betrachtet werden.</a:t>
            </a:r>
          </a:p>
        </p:txBody>
      </p:sp>
      <p:pic>
        <p:nvPicPr>
          <p:cNvPr id="10" name="Grafik 9">
            <a:extLst>
              <a:ext uri="{FF2B5EF4-FFF2-40B4-BE49-F238E27FC236}">
                <a16:creationId xmlns:a16="http://schemas.microsoft.com/office/drawing/2014/main" id="{D2961BDD-9A78-450B-796C-B372284DDD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20886" y="3711011"/>
            <a:ext cx="945380" cy="875115"/>
          </a:xfrm>
          <a:prstGeom prst="rect">
            <a:avLst/>
          </a:prstGeom>
        </p:spPr>
      </p:pic>
      <p:pic>
        <p:nvPicPr>
          <p:cNvPr id="11" name="Grafik 10">
            <a:extLst>
              <a:ext uri="{FF2B5EF4-FFF2-40B4-BE49-F238E27FC236}">
                <a16:creationId xmlns:a16="http://schemas.microsoft.com/office/drawing/2014/main" id="{58E51088-8E79-BC7B-D314-F83E3534318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54197" y="3643819"/>
            <a:ext cx="887890" cy="938992"/>
          </a:xfrm>
          <a:prstGeom prst="rect">
            <a:avLst/>
          </a:prstGeom>
        </p:spPr>
      </p:pic>
      <p:pic>
        <p:nvPicPr>
          <p:cNvPr id="12" name="Grafik 11">
            <a:extLst>
              <a:ext uri="{FF2B5EF4-FFF2-40B4-BE49-F238E27FC236}">
                <a16:creationId xmlns:a16="http://schemas.microsoft.com/office/drawing/2014/main" id="{A1C5FB52-C6C0-DF3D-48D3-44573805FD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35449" y="3746022"/>
            <a:ext cx="849564" cy="836789"/>
          </a:xfrm>
          <a:prstGeom prst="rect">
            <a:avLst/>
          </a:prstGeom>
        </p:spPr>
      </p:pic>
      <p:pic>
        <p:nvPicPr>
          <p:cNvPr id="13" name="Grafik 12">
            <a:extLst>
              <a:ext uri="{FF2B5EF4-FFF2-40B4-BE49-F238E27FC236}">
                <a16:creationId xmlns:a16="http://schemas.microsoft.com/office/drawing/2014/main" id="{6129F3C4-F589-0807-A734-32ACDECF696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11271" y="3643819"/>
            <a:ext cx="875115" cy="996481"/>
          </a:xfrm>
          <a:prstGeom prst="rect">
            <a:avLst/>
          </a:prstGeom>
        </p:spPr>
      </p:pic>
      <p:sp>
        <p:nvSpPr>
          <p:cNvPr id="14" name="Textfeld 13">
            <a:extLst>
              <a:ext uri="{FF2B5EF4-FFF2-40B4-BE49-F238E27FC236}">
                <a16:creationId xmlns:a16="http://schemas.microsoft.com/office/drawing/2014/main" id="{621413BC-50DA-E8C5-4F19-6C4EE5B6D542}"/>
              </a:ext>
            </a:extLst>
          </p:cNvPr>
          <p:cNvSpPr txBox="1"/>
          <p:nvPr/>
        </p:nvSpPr>
        <p:spPr>
          <a:xfrm>
            <a:off x="1920886" y="4704444"/>
            <a:ext cx="1098539" cy="369332"/>
          </a:xfrm>
          <a:prstGeom prst="rect">
            <a:avLst/>
          </a:prstGeom>
          <a:noFill/>
        </p:spPr>
        <p:txBody>
          <a:bodyPr wrap="square" lIns="0" tIns="0" rIns="0" bIns="0" rtlCol="0">
            <a:spAutoFit/>
          </a:bodyPr>
          <a:lstStyle/>
          <a:p>
            <a:pPr algn="l"/>
            <a:r>
              <a:rPr lang="de-DE" sz="1200" dirty="0"/>
              <a:t>Hohe Verluste in 4 Räumen </a:t>
            </a:r>
          </a:p>
        </p:txBody>
      </p:sp>
      <p:sp>
        <p:nvSpPr>
          <p:cNvPr id="15" name="Textfeld 14">
            <a:extLst>
              <a:ext uri="{FF2B5EF4-FFF2-40B4-BE49-F238E27FC236}">
                <a16:creationId xmlns:a16="http://schemas.microsoft.com/office/drawing/2014/main" id="{E9BCB737-B254-91F1-237E-E388984837A5}"/>
              </a:ext>
            </a:extLst>
          </p:cNvPr>
          <p:cNvSpPr txBox="1"/>
          <p:nvPr/>
        </p:nvSpPr>
        <p:spPr>
          <a:xfrm>
            <a:off x="3435449" y="4704444"/>
            <a:ext cx="1211965" cy="369332"/>
          </a:xfrm>
          <a:prstGeom prst="rect">
            <a:avLst/>
          </a:prstGeom>
          <a:noFill/>
        </p:spPr>
        <p:txBody>
          <a:bodyPr wrap="square" lIns="0" tIns="0" rIns="0" bIns="0" rtlCol="0">
            <a:spAutoFit/>
          </a:bodyPr>
          <a:lstStyle/>
          <a:p>
            <a:pPr algn="l"/>
            <a:r>
              <a:rPr lang="de-DE" sz="1200" dirty="0"/>
              <a:t>Höhere Verluste in 2 Räumen </a:t>
            </a:r>
          </a:p>
        </p:txBody>
      </p:sp>
      <p:sp>
        <p:nvSpPr>
          <p:cNvPr id="16" name="Textfeld 15">
            <a:extLst>
              <a:ext uri="{FF2B5EF4-FFF2-40B4-BE49-F238E27FC236}">
                <a16:creationId xmlns:a16="http://schemas.microsoft.com/office/drawing/2014/main" id="{81A6434A-9F6B-B725-552E-7BC57E747F75}"/>
              </a:ext>
            </a:extLst>
          </p:cNvPr>
          <p:cNvSpPr txBox="1"/>
          <p:nvPr/>
        </p:nvSpPr>
        <p:spPr>
          <a:xfrm>
            <a:off x="6311271" y="4704444"/>
            <a:ext cx="1211965" cy="369332"/>
          </a:xfrm>
          <a:prstGeom prst="rect">
            <a:avLst/>
          </a:prstGeom>
          <a:noFill/>
        </p:spPr>
        <p:txBody>
          <a:bodyPr wrap="square" lIns="0" tIns="0" rIns="0" bIns="0" rtlCol="0">
            <a:spAutoFit/>
          </a:bodyPr>
          <a:lstStyle/>
          <a:p>
            <a:pPr algn="l"/>
            <a:r>
              <a:rPr lang="de-DE" sz="1200" dirty="0"/>
              <a:t>Höhere Verluste in 3 Räumen </a:t>
            </a:r>
          </a:p>
        </p:txBody>
      </p:sp>
      <p:sp>
        <p:nvSpPr>
          <p:cNvPr id="17" name="Rechteck 16">
            <a:extLst>
              <a:ext uri="{FF2B5EF4-FFF2-40B4-BE49-F238E27FC236}">
                <a16:creationId xmlns:a16="http://schemas.microsoft.com/office/drawing/2014/main" id="{CFE06C02-965A-0DCA-98AB-9C7C63502DBF}"/>
              </a:ext>
            </a:extLst>
          </p:cNvPr>
          <p:cNvSpPr/>
          <p:nvPr/>
        </p:nvSpPr>
        <p:spPr>
          <a:xfrm>
            <a:off x="94371" y="86343"/>
            <a:ext cx="1089682" cy="42861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2</a:t>
            </a:r>
          </a:p>
        </p:txBody>
      </p:sp>
    </p:spTree>
    <p:extLst>
      <p:ext uri="{BB962C8B-B14F-4D97-AF65-F5344CB8AC3E}">
        <p14:creationId xmlns:p14="http://schemas.microsoft.com/office/powerpoint/2010/main" val="768166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1664568" y="760132"/>
            <a:ext cx="5523632" cy="400110"/>
          </a:xfrm>
          <a:prstGeom prst="rect">
            <a:avLst/>
          </a:prstGeom>
          <a:noFill/>
        </p:spPr>
        <p:txBody>
          <a:bodyPr wrap="square">
            <a:spAutoFit/>
          </a:bodyPr>
          <a:lstStyle/>
          <a:p>
            <a:pPr algn="l"/>
            <a:r>
              <a:rPr lang="de-DE" sz="2000" b="1" dirty="0">
                <a:solidFill>
                  <a:schemeClr val="bg2">
                    <a:lumMod val="50000"/>
                  </a:schemeClr>
                </a:solidFill>
              </a:rPr>
              <a:t>Gebäudehülle </a:t>
            </a:r>
          </a:p>
        </p:txBody>
      </p:sp>
      <p:sp>
        <p:nvSpPr>
          <p:cNvPr id="7" name="Textfeld 6">
            <a:extLst>
              <a:ext uri="{FF2B5EF4-FFF2-40B4-BE49-F238E27FC236}">
                <a16:creationId xmlns:a16="http://schemas.microsoft.com/office/drawing/2014/main" id="{AEAB65A4-082E-D1B7-EDC6-B39841581B77}"/>
              </a:ext>
            </a:extLst>
          </p:cNvPr>
          <p:cNvSpPr txBox="1"/>
          <p:nvPr/>
        </p:nvSpPr>
        <p:spPr>
          <a:xfrm>
            <a:off x="1664568" y="1156444"/>
            <a:ext cx="5811999" cy="1339662"/>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Wärmeschutz ausbaufähig – Maßnahmen empfehlenswert</a:t>
            </a:r>
          </a:p>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Einige Bauteile bieten Verbesserungspotenzial.</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Das Wärmeschutzniveau ist teilweise gut, aber es bestehen noch zu hohe Wärmeverluste. Durch gezielte Dämmmaßnahmen lassen sich Effizienz und Wirtschaftlichkeit einer Wärmepumpe deutlich verbessern.</a:t>
            </a:r>
          </a:p>
        </p:txBody>
      </p:sp>
      <p:sp>
        <p:nvSpPr>
          <p:cNvPr id="17" name="Rechteck 16">
            <a:extLst>
              <a:ext uri="{FF2B5EF4-FFF2-40B4-BE49-F238E27FC236}">
                <a16:creationId xmlns:a16="http://schemas.microsoft.com/office/drawing/2014/main" id="{CFE06C02-965A-0DCA-98AB-9C7C63502DBF}"/>
              </a:ext>
            </a:extLst>
          </p:cNvPr>
          <p:cNvSpPr/>
          <p:nvPr/>
        </p:nvSpPr>
        <p:spPr>
          <a:xfrm>
            <a:off x="94371" y="86342"/>
            <a:ext cx="1089682" cy="929657"/>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3  - Aussage je Bauteil </a:t>
            </a:r>
          </a:p>
          <a:p>
            <a:pPr algn="ctr"/>
            <a:r>
              <a:rPr lang="de-DE" sz="1200" dirty="0">
                <a:sym typeface="Wingdings" panose="05000000000000000000" pitchFamily="2" charset="2"/>
              </a:rPr>
              <a:t> </a:t>
            </a:r>
            <a:r>
              <a:rPr lang="de-DE" sz="1200" dirty="0"/>
              <a:t>favorisiert</a:t>
            </a:r>
          </a:p>
        </p:txBody>
      </p:sp>
      <p:pic>
        <p:nvPicPr>
          <p:cNvPr id="18" name="Grafik 17">
            <a:extLst>
              <a:ext uri="{FF2B5EF4-FFF2-40B4-BE49-F238E27FC236}">
                <a16:creationId xmlns:a16="http://schemas.microsoft.com/office/drawing/2014/main" id="{A903EDC7-B44F-2844-211B-FA6757AEC0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21621" y="2774556"/>
            <a:ext cx="678680" cy="628237"/>
          </a:xfrm>
          <a:prstGeom prst="rect">
            <a:avLst/>
          </a:prstGeom>
        </p:spPr>
      </p:pic>
      <p:pic>
        <p:nvPicPr>
          <p:cNvPr id="19" name="Grafik 18">
            <a:extLst>
              <a:ext uri="{FF2B5EF4-FFF2-40B4-BE49-F238E27FC236}">
                <a16:creationId xmlns:a16="http://schemas.microsoft.com/office/drawing/2014/main" id="{2429980A-01FD-BB31-8D3B-A752334500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1621" y="5573859"/>
            <a:ext cx="637408" cy="674094"/>
          </a:xfrm>
          <a:prstGeom prst="rect">
            <a:avLst/>
          </a:prstGeom>
        </p:spPr>
      </p:pic>
      <p:sp>
        <p:nvSpPr>
          <p:cNvPr id="25" name="Textfeld 24">
            <a:extLst>
              <a:ext uri="{FF2B5EF4-FFF2-40B4-BE49-F238E27FC236}">
                <a16:creationId xmlns:a16="http://schemas.microsoft.com/office/drawing/2014/main" id="{0E15B782-B8F0-2D4F-06FC-28294D47DF3C}"/>
              </a:ext>
            </a:extLst>
          </p:cNvPr>
          <p:cNvSpPr txBox="1"/>
          <p:nvPr/>
        </p:nvSpPr>
        <p:spPr>
          <a:xfrm>
            <a:off x="2820160" y="2623417"/>
            <a:ext cx="4707967" cy="1237070"/>
          </a:xfrm>
          <a:prstGeom prst="rect">
            <a:avLst/>
          </a:prstGeom>
          <a:noFill/>
        </p:spPr>
        <p:txBody>
          <a:bodyPr wrap="square">
            <a:spAutoFit/>
          </a:bodyPr>
          <a:lstStyle/>
          <a:p>
            <a:pPr>
              <a:lnSpc>
                <a:spcPct val="107000"/>
              </a:lnSpc>
              <a:spcAft>
                <a:spcPts val="800"/>
              </a:spcAft>
              <a:buNone/>
            </a:pPr>
            <a: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Hohe Wärmeverluste über die Außenwand </a:t>
            </a:r>
            <a:b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a:effectLst/>
                <a:latin typeface="Aptos" panose="020B0004020202020204" pitchFamily="34" charset="0"/>
                <a:ea typeface="Aptos" panose="020B0004020202020204" pitchFamily="34" charset="0"/>
                <a:cs typeface="Times New Roman" panose="02020603050405020304" pitchFamily="18" charset="0"/>
              </a:rPr>
              <a:t>Die Außenwand hat einen sehr hohen U-Wert. Deshalb entweicht hier ein Großteil der Wärme. </a:t>
            </a:r>
            <a:r>
              <a:rPr lang="de-DE" sz="1400" kern="100">
                <a:latin typeface="Aptos" panose="020B0004020202020204" pitchFamily="34" charset="0"/>
                <a:ea typeface="Aptos" panose="020B0004020202020204" pitchFamily="34" charset="0"/>
                <a:cs typeface="Times New Roman" panose="02020603050405020304" pitchFamily="18" charset="0"/>
              </a:rPr>
              <a:t>E</a:t>
            </a:r>
            <a:r>
              <a:rPr lang="de-DE" sz="1400" kern="100">
                <a:effectLst/>
                <a:latin typeface="Aptos" panose="020B0004020202020204" pitchFamily="34" charset="0"/>
                <a:ea typeface="Aptos" panose="020B0004020202020204" pitchFamily="34" charset="0"/>
                <a:cs typeface="Times New Roman" panose="02020603050405020304" pitchFamily="18" charset="0"/>
              </a:rPr>
              <a:t>ine (zusätzliche) Dämmung senkt den Energieverbrauch und die Heizlast deutlich.</a:t>
            </a:r>
            <a:endParaRPr lang="de-DE" sz="14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7" name="Grafik 26">
            <a:extLst>
              <a:ext uri="{FF2B5EF4-FFF2-40B4-BE49-F238E27FC236}">
                <a16:creationId xmlns:a16="http://schemas.microsoft.com/office/drawing/2014/main" id="{4167580A-089E-4F5E-B8DF-B4AB16D8603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1621" y="4204211"/>
            <a:ext cx="609895" cy="600724"/>
          </a:xfrm>
          <a:prstGeom prst="rect">
            <a:avLst/>
          </a:prstGeom>
        </p:spPr>
      </p:pic>
      <p:sp>
        <p:nvSpPr>
          <p:cNvPr id="28" name="Textfeld 27">
            <a:extLst>
              <a:ext uri="{FF2B5EF4-FFF2-40B4-BE49-F238E27FC236}">
                <a16:creationId xmlns:a16="http://schemas.microsoft.com/office/drawing/2014/main" id="{A2BF3432-B4DB-7F1A-5FCA-B91FF954EBD6}"/>
              </a:ext>
            </a:extLst>
          </p:cNvPr>
          <p:cNvSpPr txBox="1"/>
          <p:nvPr/>
        </p:nvSpPr>
        <p:spPr>
          <a:xfrm>
            <a:off x="2768600" y="4023236"/>
            <a:ext cx="4707967" cy="1237070"/>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Einzelne Fenster als Schwachstelle – Maßnahmen vorteilhaft </a:t>
            </a:r>
            <a:b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Fenster verbessern – für mehr Effizienz.</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Einige Fenster sind energetisch ungünstig. Der Austausch verbessert die Wärmepumpen-Eignung und spart Energie.</a:t>
            </a:r>
          </a:p>
        </p:txBody>
      </p:sp>
      <p:sp>
        <p:nvSpPr>
          <p:cNvPr id="34" name="Textfeld 33">
            <a:extLst>
              <a:ext uri="{FF2B5EF4-FFF2-40B4-BE49-F238E27FC236}">
                <a16:creationId xmlns:a16="http://schemas.microsoft.com/office/drawing/2014/main" id="{5771FDEF-FD36-9313-A1C2-3C535642AAE3}"/>
              </a:ext>
            </a:extLst>
          </p:cNvPr>
          <p:cNvSpPr txBox="1"/>
          <p:nvPr/>
        </p:nvSpPr>
        <p:spPr>
          <a:xfrm>
            <a:off x="2768600" y="5406902"/>
            <a:ext cx="4707967" cy="1006558"/>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Dach gut isoliert </a:t>
            </a:r>
            <a:b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dirty="0">
                <a:latin typeface="Aptos" panose="020B0004020202020204" pitchFamily="34" charset="0"/>
                <a:ea typeface="Aptos" panose="020B0004020202020204" pitchFamily="34" charset="0"/>
                <a:cs typeface="Times New Roman" panose="02020603050405020304" pitchFamily="18" charset="0"/>
              </a:rPr>
              <a:t>Das Dach hat einen geringen U-Wert. Damit verliert es wenig Wärme und leistet bereits einen wichtigen Beitrag zum Wärmeschutz des Gebäudes. </a:t>
            </a:r>
            <a:endParaRPr lang="de-DE"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5" name="Textfeld 34">
            <a:extLst>
              <a:ext uri="{FF2B5EF4-FFF2-40B4-BE49-F238E27FC236}">
                <a16:creationId xmlns:a16="http://schemas.microsoft.com/office/drawing/2014/main" id="{32B5BEB1-02BD-8742-5EE4-590A0A30326F}"/>
              </a:ext>
            </a:extLst>
          </p:cNvPr>
          <p:cNvSpPr txBox="1"/>
          <p:nvPr/>
        </p:nvSpPr>
        <p:spPr>
          <a:xfrm>
            <a:off x="1721621" y="3491155"/>
            <a:ext cx="1098539" cy="369332"/>
          </a:xfrm>
          <a:prstGeom prst="rect">
            <a:avLst/>
          </a:prstGeom>
          <a:noFill/>
        </p:spPr>
        <p:txBody>
          <a:bodyPr wrap="square" lIns="0" tIns="0" rIns="0" bIns="0" rtlCol="0">
            <a:spAutoFit/>
          </a:bodyPr>
          <a:lstStyle/>
          <a:p>
            <a:pPr algn="l"/>
            <a:r>
              <a:rPr lang="de-DE" sz="1200" dirty="0"/>
              <a:t>Hohe Verluste </a:t>
            </a:r>
            <a:br>
              <a:rPr lang="de-DE" sz="1200" dirty="0"/>
            </a:br>
            <a:r>
              <a:rPr lang="de-DE" sz="1200" dirty="0"/>
              <a:t>in 4 Räumen </a:t>
            </a:r>
          </a:p>
        </p:txBody>
      </p:sp>
      <p:sp>
        <p:nvSpPr>
          <p:cNvPr id="36" name="Textfeld 35">
            <a:extLst>
              <a:ext uri="{FF2B5EF4-FFF2-40B4-BE49-F238E27FC236}">
                <a16:creationId xmlns:a16="http://schemas.microsoft.com/office/drawing/2014/main" id="{E670727B-D27D-0465-477C-52E5DBD80627}"/>
              </a:ext>
            </a:extLst>
          </p:cNvPr>
          <p:cNvSpPr txBox="1"/>
          <p:nvPr/>
        </p:nvSpPr>
        <p:spPr>
          <a:xfrm>
            <a:off x="1721621" y="4848908"/>
            <a:ext cx="1211965" cy="369332"/>
          </a:xfrm>
          <a:prstGeom prst="rect">
            <a:avLst/>
          </a:prstGeom>
          <a:noFill/>
        </p:spPr>
        <p:txBody>
          <a:bodyPr wrap="square" lIns="0" tIns="0" rIns="0" bIns="0" rtlCol="0">
            <a:spAutoFit/>
          </a:bodyPr>
          <a:lstStyle/>
          <a:p>
            <a:pPr algn="l"/>
            <a:r>
              <a:rPr lang="de-DE" sz="1200" dirty="0"/>
              <a:t>Höhere Verluste </a:t>
            </a:r>
            <a:br>
              <a:rPr lang="de-DE" sz="1200" dirty="0"/>
            </a:br>
            <a:r>
              <a:rPr lang="de-DE" sz="1200" dirty="0"/>
              <a:t>in 2 Räumen </a:t>
            </a:r>
          </a:p>
        </p:txBody>
      </p:sp>
      <p:sp>
        <p:nvSpPr>
          <p:cNvPr id="40" name="Rechteck 39">
            <a:extLst>
              <a:ext uri="{FF2B5EF4-FFF2-40B4-BE49-F238E27FC236}">
                <a16:creationId xmlns:a16="http://schemas.microsoft.com/office/drawing/2014/main" id="{5CA6188F-EA61-6489-F088-837C5B5C567D}"/>
              </a:ext>
            </a:extLst>
          </p:cNvPr>
          <p:cNvSpPr/>
          <p:nvPr/>
        </p:nvSpPr>
        <p:spPr>
          <a:xfrm>
            <a:off x="7334251" y="2623418"/>
            <a:ext cx="1758190" cy="1237070"/>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Texte liegen derzeit generisch vor. </a:t>
            </a:r>
          </a:p>
          <a:p>
            <a:pPr algn="ctr"/>
            <a:r>
              <a:rPr lang="de-DE" sz="1200" dirty="0"/>
              <a:t>Texte je Bauteil müssten noch erstellt werden. </a:t>
            </a:r>
          </a:p>
        </p:txBody>
      </p:sp>
    </p:spTree>
    <p:extLst>
      <p:ext uri="{BB962C8B-B14F-4D97-AF65-F5344CB8AC3E}">
        <p14:creationId xmlns:p14="http://schemas.microsoft.com/office/powerpoint/2010/main" val="2387728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pic>
        <p:nvPicPr>
          <p:cNvPr id="21" name="Grafik 20">
            <a:extLst>
              <a:ext uri="{FF2B5EF4-FFF2-40B4-BE49-F238E27FC236}">
                <a16:creationId xmlns:a16="http://schemas.microsoft.com/office/drawing/2014/main" id="{58F72E40-FC7B-5EB6-C983-C8264B9B4D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21621" y="1015999"/>
            <a:ext cx="628237" cy="715365"/>
          </a:xfrm>
          <a:prstGeom prst="rect">
            <a:avLst/>
          </a:prstGeom>
        </p:spPr>
      </p:pic>
      <p:sp>
        <p:nvSpPr>
          <p:cNvPr id="23" name="Textfeld 22">
            <a:extLst>
              <a:ext uri="{FF2B5EF4-FFF2-40B4-BE49-F238E27FC236}">
                <a16:creationId xmlns:a16="http://schemas.microsoft.com/office/drawing/2014/main" id="{63567543-7164-E55A-AAA3-BC6C39A75E69}"/>
              </a:ext>
            </a:extLst>
          </p:cNvPr>
          <p:cNvSpPr txBox="1"/>
          <p:nvPr/>
        </p:nvSpPr>
        <p:spPr>
          <a:xfrm>
            <a:off x="1828800" y="3837175"/>
            <a:ext cx="5482311" cy="545534"/>
          </a:xfrm>
          <a:prstGeom prst="rect">
            <a:avLst/>
          </a:prstGeom>
          <a:noFill/>
        </p:spPr>
        <p:txBody>
          <a:bodyPr wrap="square">
            <a:spAutoFit/>
          </a:bodyPr>
          <a:lstStyle/>
          <a:p>
            <a:pPr>
              <a:lnSpc>
                <a:spcPct val="107000"/>
              </a:lnSpc>
              <a:spcAft>
                <a:spcPts val="800"/>
              </a:spcAft>
              <a:buNone/>
            </a:pPr>
            <a:r>
              <a:rPr lang="de-DE" sz="1400" kern="100" dirty="0">
                <a:effectLst/>
                <a:latin typeface="Segoe UI Emoji" panose="020B0502040204020203" pitchFamily="34" charset="0"/>
                <a:ea typeface="Aptos" panose="020B0004020202020204" pitchFamily="34" charset="0"/>
                <a:cs typeface="Segoe UI Emoji" panose="020B0502040204020203" pitchFamily="34" charset="0"/>
              </a:rPr>
              <a:t>💡</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 Hinweis: Für eine genauere Bewertung können weitere Räume ergänzt oder im Planungsprozess detailliert betrachtet werden.</a:t>
            </a:r>
          </a:p>
        </p:txBody>
      </p:sp>
      <p:sp>
        <p:nvSpPr>
          <p:cNvPr id="24" name="Rechteck: abgerundete Ecken 23">
            <a:extLst>
              <a:ext uri="{FF2B5EF4-FFF2-40B4-BE49-F238E27FC236}">
                <a16:creationId xmlns:a16="http://schemas.microsoft.com/office/drawing/2014/main" id="{39657070-5B4A-43E3-5D92-FCCC028E6C6C}"/>
              </a:ext>
            </a:extLst>
          </p:cNvPr>
          <p:cNvSpPr/>
          <p:nvPr/>
        </p:nvSpPr>
        <p:spPr>
          <a:xfrm>
            <a:off x="1666542" y="3771229"/>
            <a:ext cx="5810026" cy="710326"/>
          </a:xfrm>
          <a:prstGeom prst="roundRect">
            <a:avLst/>
          </a:prstGeom>
          <a:noFill/>
          <a:ln w="19050">
            <a:solidFill>
              <a:srgbClr val="E7D1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Textfeld 4">
            <a:extLst>
              <a:ext uri="{FF2B5EF4-FFF2-40B4-BE49-F238E27FC236}">
                <a16:creationId xmlns:a16="http://schemas.microsoft.com/office/drawing/2014/main" id="{140FAAB3-8E22-8A35-EEAC-E08587D54624}"/>
              </a:ext>
            </a:extLst>
          </p:cNvPr>
          <p:cNvSpPr txBox="1"/>
          <p:nvPr/>
        </p:nvSpPr>
        <p:spPr>
          <a:xfrm>
            <a:off x="2768600" y="870402"/>
            <a:ext cx="4707967" cy="2594813"/>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Horizontaler Gebäudeabschluss ausbaufähig</a:t>
            </a:r>
            <a:b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dirty="0">
                <a:latin typeface="Aptos" panose="020B0004020202020204" pitchFamily="34" charset="0"/>
                <a:ea typeface="Aptos" panose="020B0004020202020204" pitchFamily="34" charset="0"/>
                <a:cs typeface="Times New Roman" panose="02020603050405020304" pitchFamily="18" charset="0"/>
              </a:rPr>
              <a:t>Der Fußboden bzw. die Kellerdecke und die obere Geschossdecke haben einen höheren U-Wert. </a:t>
            </a:r>
          </a:p>
          <a:p>
            <a:pPr>
              <a:lnSpc>
                <a:spcPct val="107000"/>
              </a:lnSpc>
              <a:spcAft>
                <a:spcPts val="800"/>
              </a:spcAft>
              <a:buNone/>
            </a:pPr>
            <a:r>
              <a:rPr lang="de-DE" sz="1400" kern="100" dirty="0">
                <a:latin typeface="Aptos" panose="020B0004020202020204" pitchFamily="34" charset="0"/>
                <a:ea typeface="Aptos" panose="020B0004020202020204" pitchFamily="34" charset="0"/>
                <a:cs typeface="Times New Roman" panose="02020603050405020304" pitchFamily="18" charset="0"/>
              </a:rPr>
              <a:t>Bei einem ungedämmten und unbeheizten Dachspitz ist die Dämmung der oberen Geschossdecke eine einfache und kostengünstige Maßnahme. </a:t>
            </a:r>
          </a:p>
          <a:p>
            <a:pPr>
              <a:lnSpc>
                <a:spcPct val="107000"/>
              </a:lnSpc>
              <a:spcAft>
                <a:spcPts val="800"/>
              </a:spcAft>
              <a:buNone/>
            </a:pPr>
            <a:r>
              <a:rPr lang="de-DE" sz="1400" kern="100" dirty="0">
                <a:latin typeface="Aptos" panose="020B0004020202020204" pitchFamily="34" charset="0"/>
                <a:ea typeface="Aptos" panose="020B0004020202020204" pitchFamily="34" charset="0"/>
                <a:cs typeface="Times New Roman" panose="02020603050405020304" pitchFamily="18" charset="0"/>
              </a:rPr>
              <a:t>Auch die Kellerdecke bietet bei unbeheizten Kellern Einsparpotenzial. Eine Dämmung von unten ist einfach umsetzbar und erhöht die Fußbodentemperatur im Erdgeschoss.</a:t>
            </a:r>
          </a:p>
        </p:txBody>
      </p:sp>
      <p:sp>
        <p:nvSpPr>
          <p:cNvPr id="37" name="Textfeld 36">
            <a:extLst>
              <a:ext uri="{FF2B5EF4-FFF2-40B4-BE49-F238E27FC236}">
                <a16:creationId xmlns:a16="http://schemas.microsoft.com/office/drawing/2014/main" id="{192D6334-1026-268A-AC8D-3A41661B6DDC}"/>
              </a:ext>
            </a:extLst>
          </p:cNvPr>
          <p:cNvSpPr txBox="1"/>
          <p:nvPr/>
        </p:nvSpPr>
        <p:spPr>
          <a:xfrm>
            <a:off x="1666542" y="1853225"/>
            <a:ext cx="1211965" cy="369332"/>
          </a:xfrm>
          <a:prstGeom prst="rect">
            <a:avLst/>
          </a:prstGeom>
          <a:noFill/>
        </p:spPr>
        <p:txBody>
          <a:bodyPr wrap="square" lIns="0" tIns="0" rIns="0" bIns="0" rtlCol="0">
            <a:spAutoFit/>
          </a:bodyPr>
          <a:lstStyle/>
          <a:p>
            <a:pPr algn="l"/>
            <a:r>
              <a:rPr lang="de-DE" sz="1200" dirty="0"/>
              <a:t>Höhere Verluste </a:t>
            </a:r>
          </a:p>
          <a:p>
            <a:pPr algn="l"/>
            <a:r>
              <a:rPr lang="de-DE" sz="1200" dirty="0"/>
              <a:t>in 3 Räumen </a:t>
            </a:r>
          </a:p>
        </p:txBody>
      </p:sp>
      <p:sp>
        <p:nvSpPr>
          <p:cNvPr id="6" name="Rechteck 5">
            <a:extLst>
              <a:ext uri="{FF2B5EF4-FFF2-40B4-BE49-F238E27FC236}">
                <a16:creationId xmlns:a16="http://schemas.microsoft.com/office/drawing/2014/main" id="{05A8B4DD-6D3B-022F-41BC-94E690FCDFA4}"/>
              </a:ext>
            </a:extLst>
          </p:cNvPr>
          <p:cNvSpPr/>
          <p:nvPr/>
        </p:nvSpPr>
        <p:spPr>
          <a:xfrm>
            <a:off x="94371" y="86342"/>
            <a:ext cx="1089682" cy="929657"/>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Variante 3  - Aussage je Bauteil </a:t>
            </a:r>
          </a:p>
          <a:p>
            <a:pPr algn="ctr"/>
            <a:r>
              <a:rPr lang="de-DE" sz="1200" dirty="0">
                <a:sym typeface="Wingdings" panose="05000000000000000000" pitchFamily="2" charset="2"/>
              </a:rPr>
              <a:t> </a:t>
            </a:r>
            <a:r>
              <a:rPr lang="de-DE" sz="1200" dirty="0"/>
              <a:t>favorisiert</a:t>
            </a:r>
          </a:p>
        </p:txBody>
      </p:sp>
      <p:sp>
        <p:nvSpPr>
          <p:cNvPr id="9" name="Rechteck 8">
            <a:extLst>
              <a:ext uri="{FF2B5EF4-FFF2-40B4-BE49-F238E27FC236}">
                <a16:creationId xmlns:a16="http://schemas.microsoft.com/office/drawing/2014/main" id="{CBA65748-F7B7-02FF-8197-1DCBE0E82B49}"/>
              </a:ext>
            </a:extLst>
          </p:cNvPr>
          <p:cNvSpPr/>
          <p:nvPr/>
        </p:nvSpPr>
        <p:spPr>
          <a:xfrm>
            <a:off x="7334251" y="2623418"/>
            <a:ext cx="1758190" cy="1237070"/>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Texte liegen derzeit generisch vor. </a:t>
            </a:r>
          </a:p>
          <a:p>
            <a:pPr algn="ctr"/>
            <a:r>
              <a:rPr lang="de-DE" sz="1200" dirty="0"/>
              <a:t>Texte je Bauteil müssten noch erstellt werden. </a:t>
            </a:r>
          </a:p>
        </p:txBody>
      </p:sp>
    </p:spTree>
    <p:extLst>
      <p:ext uri="{BB962C8B-B14F-4D97-AF65-F5344CB8AC3E}">
        <p14:creationId xmlns:p14="http://schemas.microsoft.com/office/powerpoint/2010/main" val="2358293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0" name="Grafik 69">
            <a:extLst>
              <a:ext uri="{FF2B5EF4-FFF2-40B4-BE49-F238E27FC236}">
                <a16:creationId xmlns:a16="http://schemas.microsoft.com/office/drawing/2014/main" id="{81EB7CE3-AE6A-6A4A-8405-BEA259648A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2745" y="808887"/>
            <a:ext cx="1409700" cy="1304925"/>
          </a:xfrm>
          <a:prstGeom prst="rect">
            <a:avLst/>
          </a:prstGeom>
        </p:spPr>
      </p:pic>
      <p:pic>
        <p:nvPicPr>
          <p:cNvPr id="71" name="Grafik 70">
            <a:extLst>
              <a:ext uri="{FF2B5EF4-FFF2-40B4-BE49-F238E27FC236}">
                <a16:creationId xmlns:a16="http://schemas.microsoft.com/office/drawing/2014/main" id="{C3E778AD-FB01-A19B-BB49-32455830FA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22986" y="866039"/>
            <a:ext cx="1266825" cy="1247775"/>
          </a:xfrm>
          <a:prstGeom prst="rect">
            <a:avLst/>
          </a:prstGeom>
        </p:spPr>
      </p:pic>
      <p:pic>
        <p:nvPicPr>
          <p:cNvPr id="72" name="Grafik 71">
            <a:extLst>
              <a:ext uri="{FF2B5EF4-FFF2-40B4-BE49-F238E27FC236}">
                <a16:creationId xmlns:a16="http://schemas.microsoft.com/office/drawing/2014/main" id="{8A59A52C-2E96-EDC6-5146-3C0A50684C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39751" y="713639"/>
            <a:ext cx="1323975" cy="1400175"/>
          </a:xfrm>
          <a:prstGeom prst="rect">
            <a:avLst/>
          </a:prstGeom>
        </p:spPr>
      </p:pic>
      <p:pic>
        <p:nvPicPr>
          <p:cNvPr id="73" name="Grafik 72">
            <a:extLst>
              <a:ext uri="{FF2B5EF4-FFF2-40B4-BE49-F238E27FC236}">
                <a16:creationId xmlns:a16="http://schemas.microsoft.com/office/drawing/2014/main" id="{8C268FD0-62F8-4410-EC81-551445ACDBA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7409" y="713636"/>
            <a:ext cx="1304925" cy="1485900"/>
          </a:xfrm>
          <a:prstGeom prst="rect">
            <a:avLst/>
          </a:prstGeom>
        </p:spPr>
      </p:pic>
      <p:pic>
        <p:nvPicPr>
          <p:cNvPr id="74" name="Grafik 73">
            <a:extLst>
              <a:ext uri="{FF2B5EF4-FFF2-40B4-BE49-F238E27FC236}">
                <a16:creationId xmlns:a16="http://schemas.microsoft.com/office/drawing/2014/main" id="{933F3379-B3DA-C8D7-206A-16C48A1B5A9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2745" y="2545611"/>
            <a:ext cx="1409700" cy="1304925"/>
          </a:xfrm>
          <a:prstGeom prst="rect">
            <a:avLst/>
          </a:prstGeom>
        </p:spPr>
      </p:pic>
      <p:pic>
        <p:nvPicPr>
          <p:cNvPr id="75" name="Grafik 74">
            <a:extLst>
              <a:ext uri="{FF2B5EF4-FFF2-40B4-BE49-F238E27FC236}">
                <a16:creationId xmlns:a16="http://schemas.microsoft.com/office/drawing/2014/main" id="{5506FB46-1DB1-E977-E45E-B6C929E1CE4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322985" y="2602764"/>
            <a:ext cx="1266825" cy="1247775"/>
          </a:xfrm>
          <a:prstGeom prst="rect">
            <a:avLst/>
          </a:prstGeom>
        </p:spPr>
      </p:pic>
      <p:pic>
        <p:nvPicPr>
          <p:cNvPr id="76" name="Grafik 75">
            <a:extLst>
              <a:ext uri="{FF2B5EF4-FFF2-40B4-BE49-F238E27FC236}">
                <a16:creationId xmlns:a16="http://schemas.microsoft.com/office/drawing/2014/main" id="{4C53A3C9-1D4C-8649-BF40-A4F00F1F479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239751" y="2450364"/>
            <a:ext cx="1323975" cy="1400175"/>
          </a:xfrm>
          <a:prstGeom prst="rect">
            <a:avLst/>
          </a:prstGeom>
        </p:spPr>
      </p:pic>
      <p:pic>
        <p:nvPicPr>
          <p:cNvPr id="77" name="Grafik 76">
            <a:extLst>
              <a:ext uri="{FF2B5EF4-FFF2-40B4-BE49-F238E27FC236}">
                <a16:creationId xmlns:a16="http://schemas.microsoft.com/office/drawing/2014/main" id="{3049ECC9-3028-8751-3361-B9232D9D104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097408" y="2455123"/>
            <a:ext cx="1304925" cy="1485900"/>
          </a:xfrm>
          <a:prstGeom prst="rect">
            <a:avLst/>
          </a:prstGeom>
        </p:spPr>
      </p:pic>
      <p:pic>
        <p:nvPicPr>
          <p:cNvPr id="78" name="Grafik 77">
            <a:extLst>
              <a:ext uri="{FF2B5EF4-FFF2-40B4-BE49-F238E27FC236}">
                <a16:creationId xmlns:a16="http://schemas.microsoft.com/office/drawing/2014/main" id="{EE33097B-4928-B148-83D0-8DD37AF0A30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22745" y="4357462"/>
            <a:ext cx="1409700" cy="1304925"/>
          </a:xfrm>
          <a:prstGeom prst="rect">
            <a:avLst/>
          </a:prstGeom>
        </p:spPr>
      </p:pic>
      <p:pic>
        <p:nvPicPr>
          <p:cNvPr id="79" name="Grafik 78">
            <a:extLst>
              <a:ext uri="{FF2B5EF4-FFF2-40B4-BE49-F238E27FC236}">
                <a16:creationId xmlns:a16="http://schemas.microsoft.com/office/drawing/2014/main" id="{617A1AA9-008B-3A3F-B866-CFC86FFFFFD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322983" y="4414615"/>
            <a:ext cx="1266825" cy="1247775"/>
          </a:xfrm>
          <a:prstGeom prst="rect">
            <a:avLst/>
          </a:prstGeom>
        </p:spPr>
      </p:pic>
      <p:pic>
        <p:nvPicPr>
          <p:cNvPr id="80" name="Grafik 79">
            <a:extLst>
              <a:ext uri="{FF2B5EF4-FFF2-40B4-BE49-F238E27FC236}">
                <a16:creationId xmlns:a16="http://schemas.microsoft.com/office/drawing/2014/main" id="{A23A4254-D1B8-6B94-1AD4-DE8CA45D60A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239751" y="4262215"/>
            <a:ext cx="1323975" cy="1400175"/>
          </a:xfrm>
          <a:prstGeom prst="rect">
            <a:avLst/>
          </a:prstGeom>
        </p:spPr>
      </p:pic>
      <p:pic>
        <p:nvPicPr>
          <p:cNvPr id="81" name="Grafik 80">
            <a:extLst>
              <a:ext uri="{FF2B5EF4-FFF2-40B4-BE49-F238E27FC236}">
                <a16:creationId xmlns:a16="http://schemas.microsoft.com/office/drawing/2014/main" id="{2E785956-23AD-9670-8C5F-6486B98C2B1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097407" y="4266973"/>
            <a:ext cx="1304925" cy="1485900"/>
          </a:xfrm>
          <a:prstGeom prst="rect">
            <a:avLst/>
          </a:prstGeom>
        </p:spPr>
      </p:pic>
    </p:spTree>
    <p:extLst>
      <p:ext uri="{BB962C8B-B14F-4D97-AF65-F5344CB8AC3E}">
        <p14:creationId xmlns:p14="http://schemas.microsoft.com/office/powerpoint/2010/main" val="4066009543"/>
      </p:ext>
    </p:extLst>
  </p:cSld>
  <p:clrMapOvr>
    <a:masterClrMapping/>
  </p:clrMapOvr>
</p:sld>
</file>

<file path=ppt/theme/theme1.xml><?xml version="1.0" encoding="utf-8"?>
<a:theme xmlns:a="http://schemas.openxmlformats.org/drawingml/2006/main" name="Master_Titel,Inhalt,Schluss_Partnerlogos">
  <a:themeElements>
    <a:clrScheme name="ifeu_Farben_neu">
      <a:dk1>
        <a:srgbClr val="000000"/>
      </a:dk1>
      <a:lt1>
        <a:srgbClr val="FFFFFF"/>
      </a:lt1>
      <a:dk2>
        <a:srgbClr val="003746"/>
      </a:dk2>
      <a:lt2>
        <a:srgbClr val="A2C5D3"/>
      </a:lt2>
      <a:accent1>
        <a:srgbClr val="93C120"/>
      </a:accent1>
      <a:accent2>
        <a:srgbClr val="DEDC00"/>
      </a:accent2>
      <a:accent3>
        <a:srgbClr val="00609C"/>
      </a:accent3>
      <a:accent4>
        <a:srgbClr val="9F5987"/>
      </a:accent4>
      <a:accent5>
        <a:srgbClr val="978B87"/>
      </a:accent5>
      <a:accent6>
        <a:srgbClr val="4C2F48"/>
      </a:accent6>
      <a:hlink>
        <a:srgbClr val="93C120"/>
      </a:hlink>
      <a:folHlink>
        <a:srgbClr val="2F4E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11118_ifeu_partnerlogos.potx  -  Schreibgeschützt" id="{ECC7A9E6-10E7-4DFB-AE8C-08616CE1DFD5}" vid="{748CD705-78DF-4DB3-A54D-B41E222D1FDC}"/>
    </a:ext>
  </a:extLst>
</a:theme>
</file>

<file path=ppt/theme/theme2.xml><?xml version="1.0" encoding="utf-8"?>
<a:theme xmlns:a="http://schemas.openxmlformats.org/drawingml/2006/main" name="Master_Inhalt_Partnerlogos">
  <a:themeElements>
    <a:clrScheme name="ifeu_Farben">
      <a:dk1>
        <a:srgbClr val="000000"/>
      </a:dk1>
      <a:lt1>
        <a:srgbClr val="FFFFFF"/>
      </a:lt1>
      <a:dk2>
        <a:srgbClr val="003746"/>
      </a:dk2>
      <a:lt2>
        <a:srgbClr val="A2C5D3"/>
      </a:lt2>
      <a:accent1>
        <a:srgbClr val="93C120"/>
      </a:accent1>
      <a:accent2>
        <a:srgbClr val="DEDC00"/>
      </a:accent2>
      <a:accent3>
        <a:srgbClr val="00609C"/>
      </a:accent3>
      <a:accent4>
        <a:srgbClr val="A2C5D3"/>
      </a:accent4>
      <a:accent5>
        <a:srgbClr val="978B87"/>
      </a:accent5>
      <a:accent6>
        <a:srgbClr val="4C2F48"/>
      </a:accent6>
      <a:hlink>
        <a:srgbClr val="93C120"/>
      </a:hlink>
      <a:folHlink>
        <a:srgbClr val="2F4E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400" dirty="0"/>
        </a:defPPr>
      </a:lstStyle>
    </a:txDef>
  </a:objectDefaults>
  <a:extraClrSchemeLst/>
  <a:extLst>
    <a:ext uri="{05A4C25C-085E-4340-85A3-A5531E510DB2}">
      <thm15:themeFamily xmlns:thm15="http://schemas.microsoft.com/office/thememl/2012/main" name="211118_ifeu_partnerlogos.potx  -  Schreibgeschützt" id="{ECC7A9E6-10E7-4DFB-AE8C-08616CE1DFD5}" vid="{C5C13899-607B-4B7C-A9E3-376965DDC25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6B21063BEC234F803A787F759F8B43" ma:contentTypeVersion="13" ma:contentTypeDescription="Ein neues Dokument erstellen." ma:contentTypeScope="" ma:versionID="ca27dd32e0bd6e0265ce7058106ed7f5">
  <xsd:schema xmlns:xsd="http://www.w3.org/2001/XMLSchema" xmlns:xs="http://www.w3.org/2001/XMLSchema" xmlns:p="http://schemas.microsoft.com/office/2006/metadata/properties" xmlns:ns2="a1324301-aa9a-40ff-acba-8a3a4392a5cc" xmlns:ns3="289e94f9-cef6-4c9c-8824-802694da1ebb" targetNamespace="http://schemas.microsoft.com/office/2006/metadata/properties" ma:root="true" ma:fieldsID="878914ff4c96a8048ad464277a865c9b" ns2:_="" ns3:_="">
    <xsd:import namespace="a1324301-aa9a-40ff-acba-8a3a4392a5cc"/>
    <xsd:import namespace="289e94f9-cef6-4c9c-8824-802694da1ebb"/>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24301-aa9a-40ff-acba-8a3a4392a5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ierungen" ma:readOnly="false" ma:fieldId="{5cf76f15-5ced-4ddc-b409-7134ff3c332f}" ma:taxonomyMulti="true" ma:sspId="7c880037-8306-4d34-9a7c-4fa698df1335"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89e94f9-cef6-4c9c-8824-802694da1ebb" elementFormDefault="qualified">
    <xsd:import namespace="http://schemas.microsoft.com/office/2006/documentManagement/types"/>
    <xsd:import namespace="http://schemas.microsoft.com/office/infopath/2007/PartnerControls"/>
    <xsd:element name="SharedWithUsers" ma:index="1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1324301-aa9a-40ff-acba-8a3a4392a5c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A03BF9-C5D7-4EFD-B34C-6F4AE49ECF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324301-aa9a-40ff-acba-8a3a4392a5cc"/>
    <ds:schemaRef ds:uri="289e94f9-cef6-4c9c-8824-802694da1e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2B0CA7-0D38-42B2-90F8-A16452E6E26B}">
  <ds:schemaRefs>
    <ds:schemaRef ds:uri="289e94f9-cef6-4c9c-8824-802694da1ebb"/>
    <ds:schemaRef ds:uri="http://purl.org/dc/elements/1.1/"/>
    <ds:schemaRef ds:uri="http://purl.org/dc/terms/"/>
    <ds:schemaRef ds:uri="http://schemas.openxmlformats.org/package/2006/metadata/core-properties"/>
    <ds:schemaRef ds:uri="http://schemas.microsoft.com/office/2006/documentManagement/types"/>
    <ds:schemaRef ds:uri="a1324301-aa9a-40ff-acba-8a3a4392a5cc"/>
    <ds:schemaRef ds:uri="http://purl.org/dc/dcmitype/"/>
    <ds:schemaRef ds:uri="http://www.w3.org/XML/1998/namespace"/>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E535BCD-1EB6-46B5-BFE7-C13A500FCC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211124_ifeu_partnerlogos</Template>
  <TotalTime>0</TotalTime>
  <Words>2968</Words>
  <Application>Microsoft Office PowerPoint</Application>
  <PresentationFormat>Bildschirmpräsentation (4:3)</PresentationFormat>
  <Paragraphs>501</Paragraphs>
  <Slides>23</Slides>
  <Notes>3</Notes>
  <HiddenSlides>10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23</vt:i4>
      </vt:variant>
    </vt:vector>
  </HeadingPairs>
  <TitlesOfParts>
    <vt:vector size="31" baseType="lpstr">
      <vt:lpstr>Aptos</vt:lpstr>
      <vt:lpstr>Arial</vt:lpstr>
      <vt:lpstr>Calibri</vt:lpstr>
      <vt:lpstr>Segoe UI Emoji</vt:lpstr>
      <vt:lpstr>Symbol</vt:lpstr>
      <vt:lpstr>Wingdings</vt:lpstr>
      <vt:lpstr>Master_Titel,Inhalt,Schluss_Partnerlogos</vt:lpstr>
      <vt:lpstr>Master_Inhalt_Partnerlogos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Jakob Metz</dc:creator>
  <cp:lastModifiedBy>Jakob Metz</cp:lastModifiedBy>
  <cp:revision>3</cp:revision>
  <dcterms:created xsi:type="dcterms:W3CDTF">2023-05-25T08:08:33Z</dcterms:created>
  <dcterms:modified xsi:type="dcterms:W3CDTF">2025-04-30T10:23:05Z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0x010100BC6B21063BEC234F803A787F759F8B43</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